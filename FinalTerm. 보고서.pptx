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9906000"/>
  <p:notesSz cx="9906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20">
          <p15:clr>
            <a:srgbClr val="A4A3A4"/>
          </p15:clr>
        </p15:guide>
        <p15:guide id="2" pos="288">
          <p15:clr>
            <a:srgbClr val="A4A3A4"/>
          </p15:clr>
        </p15:guide>
        <p15:guide id="3" orient="horz" pos="2544">
          <p15:clr>
            <a:srgbClr val="A4A3A4"/>
          </p15:clr>
        </p15:guide>
      </p15:sldGuideLst>
    </p:ext>
    <p:ext uri="GoogleSlidesCustomDataVersion2">
      <go:slidesCustomData xmlns:go="http://customooxmlschemas.google.com/" r:id="rId25" roundtripDataSignature="AMtx7mgsYGbOdL0JBPkP6K0ZL+UX0Fsn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E563627-CF78-46C7-95C4-9A406A147EF1}">
  <a:tblStyle styleId="{5E563627-CF78-46C7-95C4-9A406A147EF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20" orient="horz"/>
        <p:guide pos="288"/>
        <p:guide pos="2544"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651325" y="514350"/>
            <a:ext cx="6604325"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90600" y="3257550"/>
            <a:ext cx="79248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txBox="1"/>
          <p:nvPr>
            <p:ph idx="1" type="body"/>
          </p:nvPr>
        </p:nvSpPr>
        <p:spPr>
          <a:xfrm>
            <a:off x="990600" y="3257550"/>
            <a:ext cx="79248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1:notes"/>
          <p:cNvSpPr/>
          <p:nvPr>
            <p:ph idx="2" type="sldImg"/>
          </p:nvPr>
        </p:nvSpPr>
        <p:spPr>
          <a:xfrm>
            <a:off x="1651325" y="514350"/>
            <a:ext cx="6604325"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txBox="1"/>
          <p:nvPr>
            <p:ph idx="1" type="body"/>
          </p:nvPr>
        </p:nvSpPr>
        <p:spPr>
          <a:xfrm>
            <a:off x="990600" y="3257550"/>
            <a:ext cx="79248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notes"/>
          <p:cNvSpPr/>
          <p:nvPr>
            <p:ph idx="2" type="sldImg"/>
          </p:nvPr>
        </p:nvSpPr>
        <p:spPr>
          <a:xfrm>
            <a:off x="1651325" y="514350"/>
            <a:ext cx="6604325"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txBox="1"/>
          <p:nvPr>
            <p:ph idx="1" type="body"/>
          </p:nvPr>
        </p:nvSpPr>
        <p:spPr>
          <a:xfrm>
            <a:off x="990600" y="3257550"/>
            <a:ext cx="79248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notes"/>
          <p:cNvSpPr/>
          <p:nvPr>
            <p:ph idx="2" type="sldImg"/>
          </p:nvPr>
        </p:nvSpPr>
        <p:spPr>
          <a:xfrm>
            <a:off x="1651325" y="514350"/>
            <a:ext cx="6604325"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txBox="1"/>
          <p:nvPr>
            <p:ph idx="1" type="body"/>
          </p:nvPr>
        </p:nvSpPr>
        <p:spPr>
          <a:xfrm>
            <a:off x="990600" y="3257550"/>
            <a:ext cx="79248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notes"/>
          <p:cNvSpPr/>
          <p:nvPr>
            <p:ph idx="2" type="sldImg"/>
          </p:nvPr>
        </p:nvSpPr>
        <p:spPr>
          <a:xfrm>
            <a:off x="1651325" y="514350"/>
            <a:ext cx="6604325"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990600" y="3257550"/>
            <a:ext cx="79248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notes"/>
          <p:cNvSpPr/>
          <p:nvPr>
            <p:ph idx="2" type="sldImg"/>
          </p:nvPr>
        </p:nvSpPr>
        <p:spPr>
          <a:xfrm>
            <a:off x="1651325" y="514350"/>
            <a:ext cx="6604325"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990600" y="3257550"/>
            <a:ext cx="79248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notes"/>
          <p:cNvSpPr/>
          <p:nvPr>
            <p:ph idx="2" type="sldImg"/>
          </p:nvPr>
        </p:nvSpPr>
        <p:spPr>
          <a:xfrm>
            <a:off x="1651325" y="514350"/>
            <a:ext cx="6604325"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990600" y="3257550"/>
            <a:ext cx="79248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notes"/>
          <p:cNvSpPr/>
          <p:nvPr>
            <p:ph idx="2" type="sldImg"/>
          </p:nvPr>
        </p:nvSpPr>
        <p:spPr>
          <a:xfrm>
            <a:off x="1651325" y="514350"/>
            <a:ext cx="6604325"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txBox="1"/>
          <p:nvPr>
            <p:ph idx="1" type="body"/>
          </p:nvPr>
        </p:nvSpPr>
        <p:spPr>
          <a:xfrm>
            <a:off x="990600" y="3257550"/>
            <a:ext cx="79248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8:notes"/>
          <p:cNvSpPr/>
          <p:nvPr>
            <p:ph idx="2" type="sldImg"/>
          </p:nvPr>
        </p:nvSpPr>
        <p:spPr>
          <a:xfrm>
            <a:off x="1651325" y="514350"/>
            <a:ext cx="6604325"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9:notes"/>
          <p:cNvSpPr txBox="1"/>
          <p:nvPr>
            <p:ph idx="1" type="body"/>
          </p:nvPr>
        </p:nvSpPr>
        <p:spPr>
          <a:xfrm>
            <a:off x="990600" y="3257550"/>
            <a:ext cx="79248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9:notes"/>
          <p:cNvSpPr/>
          <p:nvPr>
            <p:ph idx="2" type="sldImg"/>
          </p:nvPr>
        </p:nvSpPr>
        <p:spPr>
          <a:xfrm>
            <a:off x="1651325" y="514350"/>
            <a:ext cx="6604325"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txBox="1"/>
          <p:nvPr>
            <p:ph idx="1" type="body"/>
          </p:nvPr>
        </p:nvSpPr>
        <p:spPr>
          <a:xfrm>
            <a:off x="990600" y="3257550"/>
            <a:ext cx="79248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0:notes"/>
          <p:cNvSpPr/>
          <p:nvPr>
            <p:ph idx="2" type="sldImg"/>
          </p:nvPr>
        </p:nvSpPr>
        <p:spPr>
          <a:xfrm>
            <a:off x="1651325" y="514350"/>
            <a:ext cx="6604325"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2:notes"/>
          <p:cNvSpPr txBox="1"/>
          <p:nvPr>
            <p:ph idx="1" type="body"/>
          </p:nvPr>
        </p:nvSpPr>
        <p:spPr>
          <a:xfrm>
            <a:off x="990600" y="3257550"/>
            <a:ext cx="79248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2:notes"/>
          <p:cNvSpPr/>
          <p:nvPr>
            <p:ph idx="2" type="sldImg"/>
          </p:nvPr>
        </p:nvSpPr>
        <p:spPr>
          <a:xfrm>
            <a:off x="1651325" y="514350"/>
            <a:ext cx="6604325"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4:notes"/>
          <p:cNvSpPr txBox="1"/>
          <p:nvPr>
            <p:ph idx="1" type="body"/>
          </p:nvPr>
        </p:nvSpPr>
        <p:spPr>
          <a:xfrm>
            <a:off x="990600" y="3257550"/>
            <a:ext cx="79248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4:notes"/>
          <p:cNvSpPr/>
          <p:nvPr>
            <p:ph idx="2" type="sldImg"/>
          </p:nvPr>
        </p:nvSpPr>
        <p:spPr>
          <a:xfrm>
            <a:off x="1651325" y="514350"/>
            <a:ext cx="6604325"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b10ba378dd_0_57:notes"/>
          <p:cNvSpPr txBox="1"/>
          <p:nvPr>
            <p:ph idx="1" type="body"/>
          </p:nvPr>
        </p:nvSpPr>
        <p:spPr>
          <a:xfrm>
            <a:off x="990600" y="3257550"/>
            <a:ext cx="79248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g3b10ba378dd_0_57:notes"/>
          <p:cNvSpPr/>
          <p:nvPr>
            <p:ph idx="2" type="sldImg"/>
          </p:nvPr>
        </p:nvSpPr>
        <p:spPr>
          <a:xfrm>
            <a:off x="1651325" y="514350"/>
            <a:ext cx="66042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b10ba378dd_0_66:notes"/>
          <p:cNvSpPr txBox="1"/>
          <p:nvPr>
            <p:ph idx="1" type="body"/>
          </p:nvPr>
        </p:nvSpPr>
        <p:spPr>
          <a:xfrm>
            <a:off x="990600" y="3257550"/>
            <a:ext cx="79248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3b10ba378dd_0_66:notes"/>
          <p:cNvSpPr/>
          <p:nvPr>
            <p:ph idx="2" type="sldImg"/>
          </p:nvPr>
        </p:nvSpPr>
        <p:spPr>
          <a:xfrm>
            <a:off x="1651325" y="514350"/>
            <a:ext cx="66042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5:notes"/>
          <p:cNvSpPr txBox="1"/>
          <p:nvPr>
            <p:ph idx="1" type="body"/>
          </p:nvPr>
        </p:nvSpPr>
        <p:spPr>
          <a:xfrm>
            <a:off x="990600" y="3257550"/>
            <a:ext cx="79248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5:notes"/>
          <p:cNvSpPr/>
          <p:nvPr>
            <p:ph idx="2" type="sldImg"/>
          </p:nvPr>
        </p:nvSpPr>
        <p:spPr>
          <a:xfrm>
            <a:off x="1651325" y="514350"/>
            <a:ext cx="6604325"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6:notes"/>
          <p:cNvSpPr txBox="1"/>
          <p:nvPr>
            <p:ph idx="1" type="body"/>
          </p:nvPr>
        </p:nvSpPr>
        <p:spPr>
          <a:xfrm>
            <a:off x="990600" y="3257550"/>
            <a:ext cx="79248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6:notes"/>
          <p:cNvSpPr/>
          <p:nvPr>
            <p:ph idx="2" type="sldImg"/>
          </p:nvPr>
        </p:nvSpPr>
        <p:spPr>
          <a:xfrm>
            <a:off x="1651325" y="514350"/>
            <a:ext cx="6604325"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7:notes"/>
          <p:cNvSpPr txBox="1"/>
          <p:nvPr>
            <p:ph idx="1" type="body"/>
          </p:nvPr>
        </p:nvSpPr>
        <p:spPr>
          <a:xfrm>
            <a:off x="990600" y="3257550"/>
            <a:ext cx="79248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7:notes"/>
          <p:cNvSpPr/>
          <p:nvPr>
            <p:ph idx="2" type="sldImg"/>
          </p:nvPr>
        </p:nvSpPr>
        <p:spPr>
          <a:xfrm>
            <a:off x="1651325" y="514350"/>
            <a:ext cx="6604325"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8:notes"/>
          <p:cNvSpPr txBox="1"/>
          <p:nvPr>
            <p:ph idx="1" type="body"/>
          </p:nvPr>
        </p:nvSpPr>
        <p:spPr>
          <a:xfrm>
            <a:off x="990600" y="3257550"/>
            <a:ext cx="79248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8:notes"/>
          <p:cNvSpPr/>
          <p:nvPr>
            <p:ph idx="2" type="sldImg"/>
          </p:nvPr>
        </p:nvSpPr>
        <p:spPr>
          <a:xfrm>
            <a:off x="1651325" y="514350"/>
            <a:ext cx="6604325"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20"/>
          <p:cNvSpPr txBox="1"/>
          <p:nvPr>
            <p:ph type="title"/>
          </p:nvPr>
        </p:nvSpPr>
        <p:spPr>
          <a:xfrm>
            <a:off x="574040" y="609888"/>
            <a:ext cx="8757919" cy="33083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000">
                <a:solidFill>
                  <a:srgbClr val="002060"/>
                </a:solidFill>
                <a:latin typeface="Malgun Gothic"/>
                <a:ea typeface="Malgun Gothic"/>
                <a:cs typeface="Malgun Gothic"/>
                <a:sym typeface="Malgun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0"/>
          <p:cNvSpPr txBox="1"/>
          <p:nvPr>
            <p:ph idx="1" type="body"/>
          </p:nvPr>
        </p:nvSpPr>
        <p:spPr>
          <a:xfrm>
            <a:off x="182478" y="2640851"/>
            <a:ext cx="9285605" cy="146685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050">
                <a:solidFill>
                  <a:schemeClr val="lt1"/>
                </a:solidFill>
                <a:latin typeface="Consolas"/>
                <a:ea typeface="Consolas"/>
                <a:cs typeface="Consolas"/>
                <a:sym typeface="Consolas"/>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 name="Google Shape;16;p20"/>
          <p:cNvSpPr txBox="1"/>
          <p:nvPr>
            <p:ph idx="11" type="ftr"/>
          </p:nvPr>
        </p:nvSpPr>
        <p:spPr>
          <a:xfrm>
            <a:off x="1208504" y="6506291"/>
            <a:ext cx="1705610" cy="22288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400">
                <a:solidFill>
                  <a:schemeClr val="dk2"/>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0"/>
          <p:cNvSpPr txBox="1"/>
          <p:nvPr>
            <p:ph idx="10" type="dt"/>
          </p:nvPr>
        </p:nvSpPr>
        <p:spPr>
          <a:xfrm>
            <a:off x="495300" y="6377940"/>
            <a:ext cx="227838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0"/>
          <p:cNvSpPr txBox="1"/>
          <p:nvPr>
            <p:ph idx="12" type="sldNum"/>
          </p:nvPr>
        </p:nvSpPr>
        <p:spPr>
          <a:xfrm>
            <a:off x="9112504" y="6418258"/>
            <a:ext cx="244475" cy="228600"/>
          </a:xfrm>
          <a:prstGeom prst="rect">
            <a:avLst/>
          </a:prstGeom>
          <a:noFill/>
          <a:ln>
            <a:noFill/>
          </a:ln>
        </p:spPr>
        <p:txBody>
          <a:bodyPr anchorCtr="0" anchor="t" bIns="0" lIns="0" spcFirstLastPara="1" rIns="0" wrap="square" tIns="0">
            <a:spAutoFit/>
          </a:bodyPr>
          <a:lstStyle>
            <a:lvl1pPr indent="0" lvl="0" marL="121285" marR="0" algn="l">
              <a:lnSpc>
                <a:spcPct val="100000"/>
              </a:lnSpc>
              <a:spcBef>
                <a:spcPts val="0"/>
              </a:spcBef>
              <a:buNone/>
              <a:defRPr b="0" i="0" sz="1200">
                <a:solidFill>
                  <a:srgbClr val="8A8A8A"/>
                </a:solidFill>
                <a:latin typeface="Malgun Gothic"/>
                <a:ea typeface="Malgun Gothic"/>
                <a:cs typeface="Malgun Gothic"/>
                <a:sym typeface="Malgun Gothic"/>
              </a:defRPr>
            </a:lvl1pPr>
            <a:lvl2pPr indent="0" lvl="1" marL="121285" marR="0" algn="l">
              <a:lnSpc>
                <a:spcPct val="100000"/>
              </a:lnSpc>
              <a:spcBef>
                <a:spcPts val="0"/>
              </a:spcBef>
              <a:buNone/>
              <a:defRPr b="0" i="0" sz="1200">
                <a:solidFill>
                  <a:srgbClr val="8A8A8A"/>
                </a:solidFill>
                <a:latin typeface="Malgun Gothic"/>
                <a:ea typeface="Malgun Gothic"/>
                <a:cs typeface="Malgun Gothic"/>
                <a:sym typeface="Malgun Gothic"/>
              </a:defRPr>
            </a:lvl2pPr>
            <a:lvl3pPr indent="0" lvl="2" marL="121285" marR="0" algn="l">
              <a:lnSpc>
                <a:spcPct val="100000"/>
              </a:lnSpc>
              <a:spcBef>
                <a:spcPts val="0"/>
              </a:spcBef>
              <a:buNone/>
              <a:defRPr b="0" i="0" sz="1200">
                <a:solidFill>
                  <a:srgbClr val="8A8A8A"/>
                </a:solidFill>
                <a:latin typeface="Malgun Gothic"/>
                <a:ea typeface="Malgun Gothic"/>
                <a:cs typeface="Malgun Gothic"/>
                <a:sym typeface="Malgun Gothic"/>
              </a:defRPr>
            </a:lvl3pPr>
            <a:lvl4pPr indent="0" lvl="3" marL="121285" marR="0" algn="l">
              <a:lnSpc>
                <a:spcPct val="100000"/>
              </a:lnSpc>
              <a:spcBef>
                <a:spcPts val="0"/>
              </a:spcBef>
              <a:buNone/>
              <a:defRPr b="0" i="0" sz="1200">
                <a:solidFill>
                  <a:srgbClr val="8A8A8A"/>
                </a:solidFill>
                <a:latin typeface="Malgun Gothic"/>
                <a:ea typeface="Malgun Gothic"/>
                <a:cs typeface="Malgun Gothic"/>
                <a:sym typeface="Malgun Gothic"/>
              </a:defRPr>
            </a:lvl4pPr>
            <a:lvl5pPr indent="0" lvl="4" marL="121285" marR="0" algn="l">
              <a:lnSpc>
                <a:spcPct val="100000"/>
              </a:lnSpc>
              <a:spcBef>
                <a:spcPts val="0"/>
              </a:spcBef>
              <a:buNone/>
              <a:defRPr b="0" i="0" sz="1200">
                <a:solidFill>
                  <a:srgbClr val="8A8A8A"/>
                </a:solidFill>
                <a:latin typeface="Malgun Gothic"/>
                <a:ea typeface="Malgun Gothic"/>
                <a:cs typeface="Malgun Gothic"/>
                <a:sym typeface="Malgun Gothic"/>
              </a:defRPr>
            </a:lvl5pPr>
            <a:lvl6pPr indent="0" lvl="5" marL="121285" marR="0" algn="l">
              <a:lnSpc>
                <a:spcPct val="100000"/>
              </a:lnSpc>
              <a:spcBef>
                <a:spcPts val="0"/>
              </a:spcBef>
              <a:buNone/>
              <a:defRPr b="0" i="0" sz="1200">
                <a:solidFill>
                  <a:srgbClr val="8A8A8A"/>
                </a:solidFill>
                <a:latin typeface="Malgun Gothic"/>
                <a:ea typeface="Malgun Gothic"/>
                <a:cs typeface="Malgun Gothic"/>
                <a:sym typeface="Malgun Gothic"/>
              </a:defRPr>
            </a:lvl6pPr>
            <a:lvl7pPr indent="0" lvl="6" marL="121285" marR="0" algn="l">
              <a:lnSpc>
                <a:spcPct val="100000"/>
              </a:lnSpc>
              <a:spcBef>
                <a:spcPts val="0"/>
              </a:spcBef>
              <a:buNone/>
              <a:defRPr b="0" i="0" sz="1200">
                <a:solidFill>
                  <a:srgbClr val="8A8A8A"/>
                </a:solidFill>
                <a:latin typeface="Malgun Gothic"/>
                <a:ea typeface="Malgun Gothic"/>
                <a:cs typeface="Malgun Gothic"/>
                <a:sym typeface="Malgun Gothic"/>
              </a:defRPr>
            </a:lvl7pPr>
            <a:lvl8pPr indent="0" lvl="7" marL="121285" marR="0" algn="l">
              <a:lnSpc>
                <a:spcPct val="100000"/>
              </a:lnSpc>
              <a:spcBef>
                <a:spcPts val="0"/>
              </a:spcBef>
              <a:buNone/>
              <a:defRPr b="0" i="0" sz="1200">
                <a:solidFill>
                  <a:srgbClr val="8A8A8A"/>
                </a:solidFill>
                <a:latin typeface="Malgun Gothic"/>
                <a:ea typeface="Malgun Gothic"/>
                <a:cs typeface="Malgun Gothic"/>
                <a:sym typeface="Malgun Gothic"/>
              </a:defRPr>
            </a:lvl8pPr>
            <a:lvl9pPr indent="0" lvl="8" marL="121285" marR="0" algn="l">
              <a:lnSpc>
                <a:spcPct val="100000"/>
              </a:lnSpc>
              <a:spcBef>
                <a:spcPts val="0"/>
              </a:spcBef>
              <a:buNone/>
              <a:defRPr b="0" i="0" sz="1200">
                <a:solidFill>
                  <a:srgbClr val="8A8A8A"/>
                </a:solidFill>
                <a:latin typeface="Malgun Gothic"/>
                <a:ea typeface="Malgun Gothic"/>
                <a:cs typeface="Malgun Gothic"/>
                <a:sym typeface="Malgun Gothic"/>
              </a:defRPr>
            </a:lvl9pPr>
          </a:lstStyle>
          <a:p>
            <a:pPr indent="0" lvl="0" marL="121285"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9" name="Shape 19"/>
        <p:cNvGrpSpPr/>
        <p:nvPr/>
      </p:nvGrpSpPr>
      <p:grpSpPr>
        <a:xfrm>
          <a:off x="0" y="0"/>
          <a:ext cx="0" cy="0"/>
          <a:chOff x="0" y="0"/>
          <a:chExt cx="0" cy="0"/>
        </a:xfrm>
      </p:grpSpPr>
      <p:sp>
        <p:nvSpPr>
          <p:cNvPr id="20" name="Google Shape;20;p21"/>
          <p:cNvSpPr txBox="1"/>
          <p:nvPr>
            <p:ph type="title"/>
          </p:nvPr>
        </p:nvSpPr>
        <p:spPr>
          <a:xfrm>
            <a:off x="574040" y="609888"/>
            <a:ext cx="8757919" cy="33083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000">
                <a:solidFill>
                  <a:srgbClr val="002060"/>
                </a:solidFill>
                <a:latin typeface="Malgun Gothic"/>
                <a:ea typeface="Malgun Gothic"/>
                <a:cs typeface="Malgun Gothic"/>
                <a:sym typeface="Malgun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1"/>
          <p:cNvSpPr txBox="1"/>
          <p:nvPr>
            <p:ph idx="1" type="body"/>
          </p:nvPr>
        </p:nvSpPr>
        <p:spPr>
          <a:xfrm>
            <a:off x="495300" y="1577340"/>
            <a:ext cx="430911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 name="Google Shape;22;p21"/>
          <p:cNvSpPr txBox="1"/>
          <p:nvPr>
            <p:ph idx="2" type="body"/>
          </p:nvPr>
        </p:nvSpPr>
        <p:spPr>
          <a:xfrm>
            <a:off x="5101590" y="1577340"/>
            <a:ext cx="430911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 name="Google Shape;23;p21"/>
          <p:cNvSpPr txBox="1"/>
          <p:nvPr>
            <p:ph idx="11" type="ftr"/>
          </p:nvPr>
        </p:nvSpPr>
        <p:spPr>
          <a:xfrm>
            <a:off x="1208504" y="6506291"/>
            <a:ext cx="1705610" cy="22288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400">
                <a:solidFill>
                  <a:schemeClr val="dk2"/>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1"/>
          <p:cNvSpPr txBox="1"/>
          <p:nvPr>
            <p:ph idx="10" type="dt"/>
          </p:nvPr>
        </p:nvSpPr>
        <p:spPr>
          <a:xfrm>
            <a:off x="495300" y="6377940"/>
            <a:ext cx="227838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
          <p:cNvSpPr txBox="1"/>
          <p:nvPr>
            <p:ph idx="12" type="sldNum"/>
          </p:nvPr>
        </p:nvSpPr>
        <p:spPr>
          <a:xfrm>
            <a:off x="9112504" y="6418258"/>
            <a:ext cx="244475" cy="228600"/>
          </a:xfrm>
          <a:prstGeom prst="rect">
            <a:avLst/>
          </a:prstGeom>
          <a:noFill/>
          <a:ln>
            <a:noFill/>
          </a:ln>
        </p:spPr>
        <p:txBody>
          <a:bodyPr anchorCtr="0" anchor="t" bIns="0" lIns="0" spcFirstLastPara="1" rIns="0" wrap="square" tIns="0">
            <a:spAutoFit/>
          </a:bodyPr>
          <a:lstStyle>
            <a:lvl1pPr indent="0" lvl="0" marL="121285" marR="0" algn="l">
              <a:lnSpc>
                <a:spcPct val="100000"/>
              </a:lnSpc>
              <a:spcBef>
                <a:spcPts val="0"/>
              </a:spcBef>
              <a:buNone/>
              <a:defRPr b="0" i="0" sz="1200">
                <a:solidFill>
                  <a:srgbClr val="8A8A8A"/>
                </a:solidFill>
                <a:latin typeface="Malgun Gothic"/>
                <a:ea typeface="Malgun Gothic"/>
                <a:cs typeface="Malgun Gothic"/>
                <a:sym typeface="Malgun Gothic"/>
              </a:defRPr>
            </a:lvl1pPr>
            <a:lvl2pPr indent="0" lvl="1" marL="121285" marR="0" algn="l">
              <a:lnSpc>
                <a:spcPct val="100000"/>
              </a:lnSpc>
              <a:spcBef>
                <a:spcPts val="0"/>
              </a:spcBef>
              <a:buNone/>
              <a:defRPr b="0" i="0" sz="1200">
                <a:solidFill>
                  <a:srgbClr val="8A8A8A"/>
                </a:solidFill>
                <a:latin typeface="Malgun Gothic"/>
                <a:ea typeface="Malgun Gothic"/>
                <a:cs typeface="Malgun Gothic"/>
                <a:sym typeface="Malgun Gothic"/>
              </a:defRPr>
            </a:lvl2pPr>
            <a:lvl3pPr indent="0" lvl="2" marL="121285" marR="0" algn="l">
              <a:lnSpc>
                <a:spcPct val="100000"/>
              </a:lnSpc>
              <a:spcBef>
                <a:spcPts val="0"/>
              </a:spcBef>
              <a:buNone/>
              <a:defRPr b="0" i="0" sz="1200">
                <a:solidFill>
                  <a:srgbClr val="8A8A8A"/>
                </a:solidFill>
                <a:latin typeface="Malgun Gothic"/>
                <a:ea typeface="Malgun Gothic"/>
                <a:cs typeface="Malgun Gothic"/>
                <a:sym typeface="Malgun Gothic"/>
              </a:defRPr>
            </a:lvl3pPr>
            <a:lvl4pPr indent="0" lvl="3" marL="121285" marR="0" algn="l">
              <a:lnSpc>
                <a:spcPct val="100000"/>
              </a:lnSpc>
              <a:spcBef>
                <a:spcPts val="0"/>
              </a:spcBef>
              <a:buNone/>
              <a:defRPr b="0" i="0" sz="1200">
                <a:solidFill>
                  <a:srgbClr val="8A8A8A"/>
                </a:solidFill>
                <a:latin typeface="Malgun Gothic"/>
                <a:ea typeface="Malgun Gothic"/>
                <a:cs typeface="Malgun Gothic"/>
                <a:sym typeface="Malgun Gothic"/>
              </a:defRPr>
            </a:lvl4pPr>
            <a:lvl5pPr indent="0" lvl="4" marL="121285" marR="0" algn="l">
              <a:lnSpc>
                <a:spcPct val="100000"/>
              </a:lnSpc>
              <a:spcBef>
                <a:spcPts val="0"/>
              </a:spcBef>
              <a:buNone/>
              <a:defRPr b="0" i="0" sz="1200">
                <a:solidFill>
                  <a:srgbClr val="8A8A8A"/>
                </a:solidFill>
                <a:latin typeface="Malgun Gothic"/>
                <a:ea typeface="Malgun Gothic"/>
                <a:cs typeface="Malgun Gothic"/>
                <a:sym typeface="Malgun Gothic"/>
              </a:defRPr>
            </a:lvl5pPr>
            <a:lvl6pPr indent="0" lvl="5" marL="121285" marR="0" algn="l">
              <a:lnSpc>
                <a:spcPct val="100000"/>
              </a:lnSpc>
              <a:spcBef>
                <a:spcPts val="0"/>
              </a:spcBef>
              <a:buNone/>
              <a:defRPr b="0" i="0" sz="1200">
                <a:solidFill>
                  <a:srgbClr val="8A8A8A"/>
                </a:solidFill>
                <a:latin typeface="Malgun Gothic"/>
                <a:ea typeface="Malgun Gothic"/>
                <a:cs typeface="Malgun Gothic"/>
                <a:sym typeface="Malgun Gothic"/>
              </a:defRPr>
            </a:lvl6pPr>
            <a:lvl7pPr indent="0" lvl="6" marL="121285" marR="0" algn="l">
              <a:lnSpc>
                <a:spcPct val="100000"/>
              </a:lnSpc>
              <a:spcBef>
                <a:spcPts val="0"/>
              </a:spcBef>
              <a:buNone/>
              <a:defRPr b="0" i="0" sz="1200">
                <a:solidFill>
                  <a:srgbClr val="8A8A8A"/>
                </a:solidFill>
                <a:latin typeface="Malgun Gothic"/>
                <a:ea typeface="Malgun Gothic"/>
                <a:cs typeface="Malgun Gothic"/>
                <a:sym typeface="Malgun Gothic"/>
              </a:defRPr>
            </a:lvl7pPr>
            <a:lvl8pPr indent="0" lvl="7" marL="121285" marR="0" algn="l">
              <a:lnSpc>
                <a:spcPct val="100000"/>
              </a:lnSpc>
              <a:spcBef>
                <a:spcPts val="0"/>
              </a:spcBef>
              <a:buNone/>
              <a:defRPr b="0" i="0" sz="1200">
                <a:solidFill>
                  <a:srgbClr val="8A8A8A"/>
                </a:solidFill>
                <a:latin typeface="Malgun Gothic"/>
                <a:ea typeface="Malgun Gothic"/>
                <a:cs typeface="Malgun Gothic"/>
                <a:sym typeface="Malgun Gothic"/>
              </a:defRPr>
            </a:lvl8pPr>
            <a:lvl9pPr indent="0" lvl="8" marL="121285" marR="0" algn="l">
              <a:lnSpc>
                <a:spcPct val="100000"/>
              </a:lnSpc>
              <a:spcBef>
                <a:spcPts val="0"/>
              </a:spcBef>
              <a:buNone/>
              <a:defRPr b="0" i="0" sz="1200">
                <a:solidFill>
                  <a:srgbClr val="8A8A8A"/>
                </a:solidFill>
                <a:latin typeface="Malgun Gothic"/>
                <a:ea typeface="Malgun Gothic"/>
                <a:cs typeface="Malgun Gothic"/>
                <a:sym typeface="Malgun Gothic"/>
              </a:defRPr>
            </a:lvl9pPr>
          </a:lstStyle>
          <a:p>
            <a:pPr indent="0" lvl="0" marL="121285"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
        <p:nvSpPr>
          <p:cNvPr id="27" name="Google Shape;27;p22"/>
          <p:cNvSpPr txBox="1"/>
          <p:nvPr>
            <p:ph type="ctrTitle"/>
          </p:nvPr>
        </p:nvSpPr>
        <p:spPr>
          <a:xfrm>
            <a:off x="742950" y="2125980"/>
            <a:ext cx="84201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2"/>
          <p:cNvSpPr txBox="1"/>
          <p:nvPr>
            <p:ph idx="1" type="subTitle"/>
          </p:nvPr>
        </p:nvSpPr>
        <p:spPr>
          <a:xfrm>
            <a:off x="1485900" y="3840480"/>
            <a:ext cx="69342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2"/>
          <p:cNvSpPr txBox="1"/>
          <p:nvPr>
            <p:ph idx="11" type="ftr"/>
          </p:nvPr>
        </p:nvSpPr>
        <p:spPr>
          <a:xfrm>
            <a:off x="1208504" y="6506291"/>
            <a:ext cx="1705610" cy="22288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400">
                <a:solidFill>
                  <a:schemeClr val="dk2"/>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2"/>
          <p:cNvSpPr txBox="1"/>
          <p:nvPr>
            <p:ph idx="10" type="dt"/>
          </p:nvPr>
        </p:nvSpPr>
        <p:spPr>
          <a:xfrm>
            <a:off x="495300" y="6377940"/>
            <a:ext cx="227838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2" type="sldNum"/>
          </p:nvPr>
        </p:nvSpPr>
        <p:spPr>
          <a:xfrm>
            <a:off x="9112504" y="6418258"/>
            <a:ext cx="244475" cy="228600"/>
          </a:xfrm>
          <a:prstGeom prst="rect">
            <a:avLst/>
          </a:prstGeom>
          <a:noFill/>
          <a:ln>
            <a:noFill/>
          </a:ln>
        </p:spPr>
        <p:txBody>
          <a:bodyPr anchorCtr="0" anchor="t" bIns="0" lIns="0" spcFirstLastPara="1" rIns="0" wrap="square" tIns="0">
            <a:spAutoFit/>
          </a:bodyPr>
          <a:lstStyle>
            <a:lvl1pPr indent="0" lvl="0" marL="121285" marR="0" algn="l">
              <a:lnSpc>
                <a:spcPct val="100000"/>
              </a:lnSpc>
              <a:spcBef>
                <a:spcPts val="0"/>
              </a:spcBef>
              <a:buNone/>
              <a:defRPr b="0" i="0" sz="1200">
                <a:solidFill>
                  <a:srgbClr val="8A8A8A"/>
                </a:solidFill>
                <a:latin typeface="Malgun Gothic"/>
                <a:ea typeface="Malgun Gothic"/>
                <a:cs typeface="Malgun Gothic"/>
                <a:sym typeface="Malgun Gothic"/>
              </a:defRPr>
            </a:lvl1pPr>
            <a:lvl2pPr indent="0" lvl="1" marL="121285" marR="0" algn="l">
              <a:lnSpc>
                <a:spcPct val="100000"/>
              </a:lnSpc>
              <a:spcBef>
                <a:spcPts val="0"/>
              </a:spcBef>
              <a:buNone/>
              <a:defRPr b="0" i="0" sz="1200">
                <a:solidFill>
                  <a:srgbClr val="8A8A8A"/>
                </a:solidFill>
                <a:latin typeface="Malgun Gothic"/>
                <a:ea typeface="Malgun Gothic"/>
                <a:cs typeface="Malgun Gothic"/>
                <a:sym typeface="Malgun Gothic"/>
              </a:defRPr>
            </a:lvl2pPr>
            <a:lvl3pPr indent="0" lvl="2" marL="121285" marR="0" algn="l">
              <a:lnSpc>
                <a:spcPct val="100000"/>
              </a:lnSpc>
              <a:spcBef>
                <a:spcPts val="0"/>
              </a:spcBef>
              <a:buNone/>
              <a:defRPr b="0" i="0" sz="1200">
                <a:solidFill>
                  <a:srgbClr val="8A8A8A"/>
                </a:solidFill>
                <a:latin typeface="Malgun Gothic"/>
                <a:ea typeface="Malgun Gothic"/>
                <a:cs typeface="Malgun Gothic"/>
                <a:sym typeface="Malgun Gothic"/>
              </a:defRPr>
            </a:lvl3pPr>
            <a:lvl4pPr indent="0" lvl="3" marL="121285" marR="0" algn="l">
              <a:lnSpc>
                <a:spcPct val="100000"/>
              </a:lnSpc>
              <a:spcBef>
                <a:spcPts val="0"/>
              </a:spcBef>
              <a:buNone/>
              <a:defRPr b="0" i="0" sz="1200">
                <a:solidFill>
                  <a:srgbClr val="8A8A8A"/>
                </a:solidFill>
                <a:latin typeface="Malgun Gothic"/>
                <a:ea typeface="Malgun Gothic"/>
                <a:cs typeface="Malgun Gothic"/>
                <a:sym typeface="Malgun Gothic"/>
              </a:defRPr>
            </a:lvl4pPr>
            <a:lvl5pPr indent="0" lvl="4" marL="121285" marR="0" algn="l">
              <a:lnSpc>
                <a:spcPct val="100000"/>
              </a:lnSpc>
              <a:spcBef>
                <a:spcPts val="0"/>
              </a:spcBef>
              <a:buNone/>
              <a:defRPr b="0" i="0" sz="1200">
                <a:solidFill>
                  <a:srgbClr val="8A8A8A"/>
                </a:solidFill>
                <a:latin typeface="Malgun Gothic"/>
                <a:ea typeface="Malgun Gothic"/>
                <a:cs typeface="Malgun Gothic"/>
                <a:sym typeface="Malgun Gothic"/>
              </a:defRPr>
            </a:lvl5pPr>
            <a:lvl6pPr indent="0" lvl="5" marL="121285" marR="0" algn="l">
              <a:lnSpc>
                <a:spcPct val="100000"/>
              </a:lnSpc>
              <a:spcBef>
                <a:spcPts val="0"/>
              </a:spcBef>
              <a:buNone/>
              <a:defRPr b="0" i="0" sz="1200">
                <a:solidFill>
                  <a:srgbClr val="8A8A8A"/>
                </a:solidFill>
                <a:latin typeface="Malgun Gothic"/>
                <a:ea typeface="Malgun Gothic"/>
                <a:cs typeface="Malgun Gothic"/>
                <a:sym typeface="Malgun Gothic"/>
              </a:defRPr>
            </a:lvl6pPr>
            <a:lvl7pPr indent="0" lvl="6" marL="121285" marR="0" algn="l">
              <a:lnSpc>
                <a:spcPct val="100000"/>
              </a:lnSpc>
              <a:spcBef>
                <a:spcPts val="0"/>
              </a:spcBef>
              <a:buNone/>
              <a:defRPr b="0" i="0" sz="1200">
                <a:solidFill>
                  <a:srgbClr val="8A8A8A"/>
                </a:solidFill>
                <a:latin typeface="Malgun Gothic"/>
                <a:ea typeface="Malgun Gothic"/>
                <a:cs typeface="Malgun Gothic"/>
                <a:sym typeface="Malgun Gothic"/>
              </a:defRPr>
            </a:lvl7pPr>
            <a:lvl8pPr indent="0" lvl="7" marL="121285" marR="0" algn="l">
              <a:lnSpc>
                <a:spcPct val="100000"/>
              </a:lnSpc>
              <a:spcBef>
                <a:spcPts val="0"/>
              </a:spcBef>
              <a:buNone/>
              <a:defRPr b="0" i="0" sz="1200">
                <a:solidFill>
                  <a:srgbClr val="8A8A8A"/>
                </a:solidFill>
                <a:latin typeface="Malgun Gothic"/>
                <a:ea typeface="Malgun Gothic"/>
                <a:cs typeface="Malgun Gothic"/>
                <a:sym typeface="Malgun Gothic"/>
              </a:defRPr>
            </a:lvl8pPr>
            <a:lvl9pPr indent="0" lvl="8" marL="121285" marR="0" algn="l">
              <a:lnSpc>
                <a:spcPct val="100000"/>
              </a:lnSpc>
              <a:spcBef>
                <a:spcPts val="0"/>
              </a:spcBef>
              <a:buNone/>
              <a:defRPr b="0" i="0" sz="1200">
                <a:solidFill>
                  <a:srgbClr val="8A8A8A"/>
                </a:solidFill>
                <a:latin typeface="Malgun Gothic"/>
                <a:ea typeface="Malgun Gothic"/>
                <a:cs typeface="Malgun Gothic"/>
                <a:sym typeface="Malgun Gothic"/>
              </a:defRPr>
            </a:lvl9pPr>
          </a:lstStyle>
          <a:p>
            <a:pPr indent="0" lvl="0" marL="121285"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2" name="Shape 32"/>
        <p:cNvGrpSpPr/>
        <p:nvPr/>
      </p:nvGrpSpPr>
      <p:grpSpPr>
        <a:xfrm>
          <a:off x="0" y="0"/>
          <a:ext cx="0" cy="0"/>
          <a:chOff x="0" y="0"/>
          <a:chExt cx="0" cy="0"/>
        </a:xfrm>
      </p:grpSpPr>
      <p:sp>
        <p:nvSpPr>
          <p:cNvPr id="33" name="Google Shape;33;p23"/>
          <p:cNvSpPr txBox="1"/>
          <p:nvPr>
            <p:ph type="title"/>
          </p:nvPr>
        </p:nvSpPr>
        <p:spPr>
          <a:xfrm>
            <a:off x="574040" y="609888"/>
            <a:ext cx="8757919" cy="33083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000">
                <a:solidFill>
                  <a:srgbClr val="002060"/>
                </a:solidFill>
                <a:latin typeface="Malgun Gothic"/>
                <a:ea typeface="Malgun Gothic"/>
                <a:cs typeface="Malgun Gothic"/>
                <a:sym typeface="Malgun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3"/>
          <p:cNvSpPr txBox="1"/>
          <p:nvPr>
            <p:ph idx="11" type="ftr"/>
          </p:nvPr>
        </p:nvSpPr>
        <p:spPr>
          <a:xfrm>
            <a:off x="1208504" y="6506291"/>
            <a:ext cx="1705610" cy="22288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400">
                <a:solidFill>
                  <a:schemeClr val="dk2"/>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3"/>
          <p:cNvSpPr txBox="1"/>
          <p:nvPr>
            <p:ph idx="10" type="dt"/>
          </p:nvPr>
        </p:nvSpPr>
        <p:spPr>
          <a:xfrm>
            <a:off x="495300" y="6377940"/>
            <a:ext cx="227838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3"/>
          <p:cNvSpPr txBox="1"/>
          <p:nvPr>
            <p:ph idx="12" type="sldNum"/>
          </p:nvPr>
        </p:nvSpPr>
        <p:spPr>
          <a:xfrm>
            <a:off x="9112504" y="6418258"/>
            <a:ext cx="244475" cy="228600"/>
          </a:xfrm>
          <a:prstGeom prst="rect">
            <a:avLst/>
          </a:prstGeom>
          <a:noFill/>
          <a:ln>
            <a:noFill/>
          </a:ln>
        </p:spPr>
        <p:txBody>
          <a:bodyPr anchorCtr="0" anchor="t" bIns="0" lIns="0" spcFirstLastPara="1" rIns="0" wrap="square" tIns="0">
            <a:spAutoFit/>
          </a:bodyPr>
          <a:lstStyle>
            <a:lvl1pPr indent="0" lvl="0" marL="121285" marR="0" algn="l">
              <a:lnSpc>
                <a:spcPct val="100000"/>
              </a:lnSpc>
              <a:spcBef>
                <a:spcPts val="0"/>
              </a:spcBef>
              <a:buNone/>
              <a:defRPr b="0" i="0" sz="1200">
                <a:solidFill>
                  <a:srgbClr val="8A8A8A"/>
                </a:solidFill>
                <a:latin typeface="Malgun Gothic"/>
                <a:ea typeface="Malgun Gothic"/>
                <a:cs typeface="Malgun Gothic"/>
                <a:sym typeface="Malgun Gothic"/>
              </a:defRPr>
            </a:lvl1pPr>
            <a:lvl2pPr indent="0" lvl="1" marL="121285" marR="0" algn="l">
              <a:lnSpc>
                <a:spcPct val="100000"/>
              </a:lnSpc>
              <a:spcBef>
                <a:spcPts val="0"/>
              </a:spcBef>
              <a:buNone/>
              <a:defRPr b="0" i="0" sz="1200">
                <a:solidFill>
                  <a:srgbClr val="8A8A8A"/>
                </a:solidFill>
                <a:latin typeface="Malgun Gothic"/>
                <a:ea typeface="Malgun Gothic"/>
                <a:cs typeface="Malgun Gothic"/>
                <a:sym typeface="Malgun Gothic"/>
              </a:defRPr>
            </a:lvl2pPr>
            <a:lvl3pPr indent="0" lvl="2" marL="121285" marR="0" algn="l">
              <a:lnSpc>
                <a:spcPct val="100000"/>
              </a:lnSpc>
              <a:spcBef>
                <a:spcPts val="0"/>
              </a:spcBef>
              <a:buNone/>
              <a:defRPr b="0" i="0" sz="1200">
                <a:solidFill>
                  <a:srgbClr val="8A8A8A"/>
                </a:solidFill>
                <a:latin typeface="Malgun Gothic"/>
                <a:ea typeface="Malgun Gothic"/>
                <a:cs typeface="Malgun Gothic"/>
                <a:sym typeface="Malgun Gothic"/>
              </a:defRPr>
            </a:lvl3pPr>
            <a:lvl4pPr indent="0" lvl="3" marL="121285" marR="0" algn="l">
              <a:lnSpc>
                <a:spcPct val="100000"/>
              </a:lnSpc>
              <a:spcBef>
                <a:spcPts val="0"/>
              </a:spcBef>
              <a:buNone/>
              <a:defRPr b="0" i="0" sz="1200">
                <a:solidFill>
                  <a:srgbClr val="8A8A8A"/>
                </a:solidFill>
                <a:latin typeface="Malgun Gothic"/>
                <a:ea typeface="Malgun Gothic"/>
                <a:cs typeface="Malgun Gothic"/>
                <a:sym typeface="Malgun Gothic"/>
              </a:defRPr>
            </a:lvl4pPr>
            <a:lvl5pPr indent="0" lvl="4" marL="121285" marR="0" algn="l">
              <a:lnSpc>
                <a:spcPct val="100000"/>
              </a:lnSpc>
              <a:spcBef>
                <a:spcPts val="0"/>
              </a:spcBef>
              <a:buNone/>
              <a:defRPr b="0" i="0" sz="1200">
                <a:solidFill>
                  <a:srgbClr val="8A8A8A"/>
                </a:solidFill>
                <a:latin typeface="Malgun Gothic"/>
                <a:ea typeface="Malgun Gothic"/>
                <a:cs typeface="Malgun Gothic"/>
                <a:sym typeface="Malgun Gothic"/>
              </a:defRPr>
            </a:lvl5pPr>
            <a:lvl6pPr indent="0" lvl="5" marL="121285" marR="0" algn="l">
              <a:lnSpc>
                <a:spcPct val="100000"/>
              </a:lnSpc>
              <a:spcBef>
                <a:spcPts val="0"/>
              </a:spcBef>
              <a:buNone/>
              <a:defRPr b="0" i="0" sz="1200">
                <a:solidFill>
                  <a:srgbClr val="8A8A8A"/>
                </a:solidFill>
                <a:latin typeface="Malgun Gothic"/>
                <a:ea typeface="Malgun Gothic"/>
                <a:cs typeface="Malgun Gothic"/>
                <a:sym typeface="Malgun Gothic"/>
              </a:defRPr>
            </a:lvl6pPr>
            <a:lvl7pPr indent="0" lvl="6" marL="121285" marR="0" algn="l">
              <a:lnSpc>
                <a:spcPct val="100000"/>
              </a:lnSpc>
              <a:spcBef>
                <a:spcPts val="0"/>
              </a:spcBef>
              <a:buNone/>
              <a:defRPr b="0" i="0" sz="1200">
                <a:solidFill>
                  <a:srgbClr val="8A8A8A"/>
                </a:solidFill>
                <a:latin typeface="Malgun Gothic"/>
                <a:ea typeface="Malgun Gothic"/>
                <a:cs typeface="Malgun Gothic"/>
                <a:sym typeface="Malgun Gothic"/>
              </a:defRPr>
            </a:lvl7pPr>
            <a:lvl8pPr indent="0" lvl="7" marL="121285" marR="0" algn="l">
              <a:lnSpc>
                <a:spcPct val="100000"/>
              </a:lnSpc>
              <a:spcBef>
                <a:spcPts val="0"/>
              </a:spcBef>
              <a:buNone/>
              <a:defRPr b="0" i="0" sz="1200">
                <a:solidFill>
                  <a:srgbClr val="8A8A8A"/>
                </a:solidFill>
                <a:latin typeface="Malgun Gothic"/>
                <a:ea typeface="Malgun Gothic"/>
                <a:cs typeface="Malgun Gothic"/>
                <a:sym typeface="Malgun Gothic"/>
              </a:defRPr>
            </a:lvl8pPr>
            <a:lvl9pPr indent="0" lvl="8" marL="121285" marR="0" algn="l">
              <a:lnSpc>
                <a:spcPct val="100000"/>
              </a:lnSpc>
              <a:spcBef>
                <a:spcPts val="0"/>
              </a:spcBef>
              <a:buNone/>
              <a:defRPr b="0" i="0" sz="1200">
                <a:solidFill>
                  <a:srgbClr val="8A8A8A"/>
                </a:solidFill>
                <a:latin typeface="Malgun Gothic"/>
                <a:ea typeface="Malgun Gothic"/>
                <a:cs typeface="Malgun Gothic"/>
                <a:sym typeface="Malgun Gothic"/>
              </a:defRPr>
            </a:lvl9pPr>
          </a:lstStyle>
          <a:p>
            <a:pPr indent="0" lvl="0" marL="121285"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7" name="Shape 37"/>
        <p:cNvGrpSpPr/>
        <p:nvPr/>
      </p:nvGrpSpPr>
      <p:grpSpPr>
        <a:xfrm>
          <a:off x="0" y="0"/>
          <a:ext cx="0" cy="0"/>
          <a:chOff x="0" y="0"/>
          <a:chExt cx="0" cy="0"/>
        </a:xfrm>
      </p:grpSpPr>
      <p:sp>
        <p:nvSpPr>
          <p:cNvPr id="38" name="Google Shape;38;p24"/>
          <p:cNvSpPr txBox="1"/>
          <p:nvPr>
            <p:ph idx="11" type="ftr"/>
          </p:nvPr>
        </p:nvSpPr>
        <p:spPr>
          <a:xfrm>
            <a:off x="1208504" y="6506291"/>
            <a:ext cx="1705610" cy="22288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400">
                <a:solidFill>
                  <a:schemeClr val="dk2"/>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4"/>
          <p:cNvSpPr txBox="1"/>
          <p:nvPr>
            <p:ph idx="10" type="dt"/>
          </p:nvPr>
        </p:nvSpPr>
        <p:spPr>
          <a:xfrm>
            <a:off x="495300" y="6377940"/>
            <a:ext cx="227838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4"/>
          <p:cNvSpPr txBox="1"/>
          <p:nvPr>
            <p:ph idx="12" type="sldNum"/>
          </p:nvPr>
        </p:nvSpPr>
        <p:spPr>
          <a:xfrm>
            <a:off x="9112504" y="6418258"/>
            <a:ext cx="244475" cy="228600"/>
          </a:xfrm>
          <a:prstGeom prst="rect">
            <a:avLst/>
          </a:prstGeom>
          <a:noFill/>
          <a:ln>
            <a:noFill/>
          </a:ln>
        </p:spPr>
        <p:txBody>
          <a:bodyPr anchorCtr="0" anchor="t" bIns="0" lIns="0" spcFirstLastPara="1" rIns="0" wrap="square" tIns="0">
            <a:spAutoFit/>
          </a:bodyPr>
          <a:lstStyle>
            <a:lvl1pPr indent="0" lvl="0" marL="121285" marR="0" algn="l">
              <a:lnSpc>
                <a:spcPct val="100000"/>
              </a:lnSpc>
              <a:spcBef>
                <a:spcPts val="0"/>
              </a:spcBef>
              <a:buNone/>
              <a:defRPr b="0" i="0" sz="1200">
                <a:solidFill>
                  <a:srgbClr val="8A8A8A"/>
                </a:solidFill>
                <a:latin typeface="Malgun Gothic"/>
                <a:ea typeface="Malgun Gothic"/>
                <a:cs typeface="Malgun Gothic"/>
                <a:sym typeface="Malgun Gothic"/>
              </a:defRPr>
            </a:lvl1pPr>
            <a:lvl2pPr indent="0" lvl="1" marL="121285" marR="0" algn="l">
              <a:lnSpc>
                <a:spcPct val="100000"/>
              </a:lnSpc>
              <a:spcBef>
                <a:spcPts val="0"/>
              </a:spcBef>
              <a:buNone/>
              <a:defRPr b="0" i="0" sz="1200">
                <a:solidFill>
                  <a:srgbClr val="8A8A8A"/>
                </a:solidFill>
                <a:latin typeface="Malgun Gothic"/>
                <a:ea typeface="Malgun Gothic"/>
                <a:cs typeface="Malgun Gothic"/>
                <a:sym typeface="Malgun Gothic"/>
              </a:defRPr>
            </a:lvl2pPr>
            <a:lvl3pPr indent="0" lvl="2" marL="121285" marR="0" algn="l">
              <a:lnSpc>
                <a:spcPct val="100000"/>
              </a:lnSpc>
              <a:spcBef>
                <a:spcPts val="0"/>
              </a:spcBef>
              <a:buNone/>
              <a:defRPr b="0" i="0" sz="1200">
                <a:solidFill>
                  <a:srgbClr val="8A8A8A"/>
                </a:solidFill>
                <a:latin typeface="Malgun Gothic"/>
                <a:ea typeface="Malgun Gothic"/>
                <a:cs typeface="Malgun Gothic"/>
                <a:sym typeface="Malgun Gothic"/>
              </a:defRPr>
            </a:lvl3pPr>
            <a:lvl4pPr indent="0" lvl="3" marL="121285" marR="0" algn="l">
              <a:lnSpc>
                <a:spcPct val="100000"/>
              </a:lnSpc>
              <a:spcBef>
                <a:spcPts val="0"/>
              </a:spcBef>
              <a:buNone/>
              <a:defRPr b="0" i="0" sz="1200">
                <a:solidFill>
                  <a:srgbClr val="8A8A8A"/>
                </a:solidFill>
                <a:latin typeface="Malgun Gothic"/>
                <a:ea typeface="Malgun Gothic"/>
                <a:cs typeface="Malgun Gothic"/>
                <a:sym typeface="Malgun Gothic"/>
              </a:defRPr>
            </a:lvl4pPr>
            <a:lvl5pPr indent="0" lvl="4" marL="121285" marR="0" algn="l">
              <a:lnSpc>
                <a:spcPct val="100000"/>
              </a:lnSpc>
              <a:spcBef>
                <a:spcPts val="0"/>
              </a:spcBef>
              <a:buNone/>
              <a:defRPr b="0" i="0" sz="1200">
                <a:solidFill>
                  <a:srgbClr val="8A8A8A"/>
                </a:solidFill>
                <a:latin typeface="Malgun Gothic"/>
                <a:ea typeface="Malgun Gothic"/>
                <a:cs typeface="Malgun Gothic"/>
                <a:sym typeface="Malgun Gothic"/>
              </a:defRPr>
            </a:lvl5pPr>
            <a:lvl6pPr indent="0" lvl="5" marL="121285" marR="0" algn="l">
              <a:lnSpc>
                <a:spcPct val="100000"/>
              </a:lnSpc>
              <a:spcBef>
                <a:spcPts val="0"/>
              </a:spcBef>
              <a:buNone/>
              <a:defRPr b="0" i="0" sz="1200">
                <a:solidFill>
                  <a:srgbClr val="8A8A8A"/>
                </a:solidFill>
                <a:latin typeface="Malgun Gothic"/>
                <a:ea typeface="Malgun Gothic"/>
                <a:cs typeface="Malgun Gothic"/>
                <a:sym typeface="Malgun Gothic"/>
              </a:defRPr>
            </a:lvl6pPr>
            <a:lvl7pPr indent="0" lvl="6" marL="121285" marR="0" algn="l">
              <a:lnSpc>
                <a:spcPct val="100000"/>
              </a:lnSpc>
              <a:spcBef>
                <a:spcPts val="0"/>
              </a:spcBef>
              <a:buNone/>
              <a:defRPr b="0" i="0" sz="1200">
                <a:solidFill>
                  <a:srgbClr val="8A8A8A"/>
                </a:solidFill>
                <a:latin typeface="Malgun Gothic"/>
                <a:ea typeface="Malgun Gothic"/>
                <a:cs typeface="Malgun Gothic"/>
                <a:sym typeface="Malgun Gothic"/>
              </a:defRPr>
            </a:lvl7pPr>
            <a:lvl8pPr indent="0" lvl="7" marL="121285" marR="0" algn="l">
              <a:lnSpc>
                <a:spcPct val="100000"/>
              </a:lnSpc>
              <a:spcBef>
                <a:spcPts val="0"/>
              </a:spcBef>
              <a:buNone/>
              <a:defRPr b="0" i="0" sz="1200">
                <a:solidFill>
                  <a:srgbClr val="8A8A8A"/>
                </a:solidFill>
                <a:latin typeface="Malgun Gothic"/>
                <a:ea typeface="Malgun Gothic"/>
                <a:cs typeface="Malgun Gothic"/>
                <a:sym typeface="Malgun Gothic"/>
              </a:defRPr>
            </a:lvl8pPr>
            <a:lvl9pPr indent="0" lvl="8" marL="121285" marR="0" algn="l">
              <a:lnSpc>
                <a:spcPct val="100000"/>
              </a:lnSpc>
              <a:spcBef>
                <a:spcPts val="0"/>
              </a:spcBef>
              <a:buNone/>
              <a:defRPr b="0" i="0" sz="1200">
                <a:solidFill>
                  <a:srgbClr val="8A8A8A"/>
                </a:solidFill>
                <a:latin typeface="Malgun Gothic"/>
                <a:ea typeface="Malgun Gothic"/>
                <a:cs typeface="Malgun Gothic"/>
                <a:sym typeface="Malgun Gothic"/>
              </a:defRPr>
            </a:lvl9pPr>
          </a:lstStyle>
          <a:p>
            <a:pPr indent="0" lvl="0" marL="121285"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1.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p:nvPr/>
        </p:nvSpPr>
        <p:spPr>
          <a:xfrm>
            <a:off x="0" y="0"/>
            <a:ext cx="9905998" cy="6858000"/>
          </a:xfrm>
          <a:prstGeom prst="rect">
            <a:avLst/>
          </a:prstGeom>
          <a:blipFill rotWithShape="1">
            <a:blip r:embed="rId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 name="Google Shape;7;p19"/>
          <p:cNvSpPr/>
          <p:nvPr/>
        </p:nvSpPr>
        <p:spPr>
          <a:xfrm>
            <a:off x="495300" y="6461759"/>
            <a:ext cx="641603" cy="248411"/>
          </a:xfrm>
          <a:prstGeom prst="rect">
            <a:avLst/>
          </a:prstGeom>
          <a:blipFill rotWithShape="1">
            <a:blip r:embed="rId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 name="Google Shape;8;p19"/>
          <p:cNvSpPr txBox="1"/>
          <p:nvPr>
            <p:ph type="title"/>
          </p:nvPr>
        </p:nvSpPr>
        <p:spPr>
          <a:xfrm>
            <a:off x="574040" y="609888"/>
            <a:ext cx="8757919" cy="33083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2000" u="none" cap="none" strike="noStrike">
                <a:solidFill>
                  <a:srgbClr val="002060"/>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9"/>
          <p:cNvSpPr txBox="1"/>
          <p:nvPr>
            <p:ph idx="1" type="body"/>
          </p:nvPr>
        </p:nvSpPr>
        <p:spPr>
          <a:xfrm>
            <a:off x="182478" y="2640851"/>
            <a:ext cx="9285605" cy="146685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050" u="none" cap="none" strike="noStrike">
                <a:solidFill>
                  <a:schemeClr val="lt1"/>
                </a:solidFill>
                <a:latin typeface="Consolas"/>
                <a:ea typeface="Consolas"/>
                <a:cs typeface="Consolas"/>
                <a:sym typeface="Consolas"/>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0" name="Google Shape;10;p19"/>
          <p:cNvSpPr txBox="1"/>
          <p:nvPr>
            <p:ph idx="11" type="ftr"/>
          </p:nvPr>
        </p:nvSpPr>
        <p:spPr>
          <a:xfrm>
            <a:off x="1208504" y="6506291"/>
            <a:ext cx="1705610" cy="22288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1400">
                <a:solidFill>
                  <a:schemeClr val="dk2"/>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19"/>
          <p:cNvSpPr txBox="1"/>
          <p:nvPr>
            <p:ph idx="10" type="dt"/>
          </p:nvPr>
        </p:nvSpPr>
        <p:spPr>
          <a:xfrm>
            <a:off x="495300" y="6377940"/>
            <a:ext cx="227838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2" type="sldNum"/>
          </p:nvPr>
        </p:nvSpPr>
        <p:spPr>
          <a:xfrm>
            <a:off x="9112504" y="6418258"/>
            <a:ext cx="244475" cy="228600"/>
          </a:xfrm>
          <a:prstGeom prst="rect">
            <a:avLst/>
          </a:prstGeom>
          <a:noFill/>
          <a:ln>
            <a:noFill/>
          </a:ln>
        </p:spPr>
        <p:txBody>
          <a:bodyPr anchorCtr="0" anchor="t" bIns="0" lIns="0" spcFirstLastPara="1" rIns="0" wrap="square" tIns="0">
            <a:spAutoFit/>
          </a:bodyPr>
          <a:lstStyle>
            <a:lvl1pPr indent="0" lvl="0" marL="121285" marR="0" rtl="0" algn="l">
              <a:lnSpc>
                <a:spcPct val="100000"/>
              </a:lnSpc>
              <a:spcBef>
                <a:spcPts val="0"/>
              </a:spcBef>
              <a:buNone/>
              <a:defRPr b="0" i="0" sz="1200" u="none">
                <a:solidFill>
                  <a:srgbClr val="8A8A8A"/>
                </a:solidFill>
                <a:latin typeface="Malgun Gothic"/>
                <a:ea typeface="Malgun Gothic"/>
                <a:cs typeface="Malgun Gothic"/>
                <a:sym typeface="Malgun Gothic"/>
              </a:defRPr>
            </a:lvl1pPr>
            <a:lvl2pPr indent="0" lvl="1" marL="121285" marR="0" rtl="0" algn="l">
              <a:lnSpc>
                <a:spcPct val="100000"/>
              </a:lnSpc>
              <a:spcBef>
                <a:spcPts val="0"/>
              </a:spcBef>
              <a:buNone/>
              <a:defRPr b="0" i="0" sz="1200" u="none">
                <a:solidFill>
                  <a:srgbClr val="8A8A8A"/>
                </a:solidFill>
                <a:latin typeface="Malgun Gothic"/>
                <a:ea typeface="Malgun Gothic"/>
                <a:cs typeface="Malgun Gothic"/>
                <a:sym typeface="Malgun Gothic"/>
              </a:defRPr>
            </a:lvl2pPr>
            <a:lvl3pPr indent="0" lvl="2" marL="121285" marR="0" rtl="0" algn="l">
              <a:lnSpc>
                <a:spcPct val="100000"/>
              </a:lnSpc>
              <a:spcBef>
                <a:spcPts val="0"/>
              </a:spcBef>
              <a:buNone/>
              <a:defRPr b="0" i="0" sz="1200" u="none">
                <a:solidFill>
                  <a:srgbClr val="8A8A8A"/>
                </a:solidFill>
                <a:latin typeface="Malgun Gothic"/>
                <a:ea typeface="Malgun Gothic"/>
                <a:cs typeface="Malgun Gothic"/>
                <a:sym typeface="Malgun Gothic"/>
              </a:defRPr>
            </a:lvl3pPr>
            <a:lvl4pPr indent="0" lvl="3" marL="121285" marR="0" rtl="0" algn="l">
              <a:lnSpc>
                <a:spcPct val="100000"/>
              </a:lnSpc>
              <a:spcBef>
                <a:spcPts val="0"/>
              </a:spcBef>
              <a:buNone/>
              <a:defRPr b="0" i="0" sz="1200" u="none">
                <a:solidFill>
                  <a:srgbClr val="8A8A8A"/>
                </a:solidFill>
                <a:latin typeface="Malgun Gothic"/>
                <a:ea typeface="Malgun Gothic"/>
                <a:cs typeface="Malgun Gothic"/>
                <a:sym typeface="Malgun Gothic"/>
              </a:defRPr>
            </a:lvl4pPr>
            <a:lvl5pPr indent="0" lvl="4" marL="121285" marR="0" rtl="0" algn="l">
              <a:lnSpc>
                <a:spcPct val="100000"/>
              </a:lnSpc>
              <a:spcBef>
                <a:spcPts val="0"/>
              </a:spcBef>
              <a:buNone/>
              <a:defRPr b="0" i="0" sz="1200" u="none">
                <a:solidFill>
                  <a:srgbClr val="8A8A8A"/>
                </a:solidFill>
                <a:latin typeface="Malgun Gothic"/>
                <a:ea typeface="Malgun Gothic"/>
                <a:cs typeface="Malgun Gothic"/>
                <a:sym typeface="Malgun Gothic"/>
              </a:defRPr>
            </a:lvl5pPr>
            <a:lvl6pPr indent="0" lvl="5" marL="121285" marR="0" rtl="0" algn="l">
              <a:lnSpc>
                <a:spcPct val="100000"/>
              </a:lnSpc>
              <a:spcBef>
                <a:spcPts val="0"/>
              </a:spcBef>
              <a:buNone/>
              <a:defRPr b="0" i="0" sz="1200" u="none">
                <a:solidFill>
                  <a:srgbClr val="8A8A8A"/>
                </a:solidFill>
                <a:latin typeface="Malgun Gothic"/>
                <a:ea typeface="Malgun Gothic"/>
                <a:cs typeface="Malgun Gothic"/>
                <a:sym typeface="Malgun Gothic"/>
              </a:defRPr>
            </a:lvl6pPr>
            <a:lvl7pPr indent="0" lvl="6" marL="121285" marR="0" rtl="0" algn="l">
              <a:lnSpc>
                <a:spcPct val="100000"/>
              </a:lnSpc>
              <a:spcBef>
                <a:spcPts val="0"/>
              </a:spcBef>
              <a:buNone/>
              <a:defRPr b="0" i="0" sz="1200" u="none">
                <a:solidFill>
                  <a:srgbClr val="8A8A8A"/>
                </a:solidFill>
                <a:latin typeface="Malgun Gothic"/>
                <a:ea typeface="Malgun Gothic"/>
                <a:cs typeface="Malgun Gothic"/>
                <a:sym typeface="Malgun Gothic"/>
              </a:defRPr>
            </a:lvl7pPr>
            <a:lvl8pPr indent="0" lvl="7" marL="121285" marR="0" rtl="0" algn="l">
              <a:lnSpc>
                <a:spcPct val="100000"/>
              </a:lnSpc>
              <a:spcBef>
                <a:spcPts val="0"/>
              </a:spcBef>
              <a:buNone/>
              <a:defRPr b="0" i="0" sz="1200" u="none">
                <a:solidFill>
                  <a:srgbClr val="8A8A8A"/>
                </a:solidFill>
                <a:latin typeface="Malgun Gothic"/>
                <a:ea typeface="Malgun Gothic"/>
                <a:cs typeface="Malgun Gothic"/>
                <a:sym typeface="Malgun Gothic"/>
              </a:defRPr>
            </a:lvl8pPr>
            <a:lvl9pPr indent="0" lvl="8" marL="121285" marR="0" rtl="0" algn="l">
              <a:lnSpc>
                <a:spcPct val="100000"/>
              </a:lnSpc>
              <a:spcBef>
                <a:spcPts val="0"/>
              </a:spcBef>
              <a:buNone/>
              <a:defRPr b="0" i="0" sz="1200" u="none">
                <a:solidFill>
                  <a:srgbClr val="8A8A8A"/>
                </a:solidFill>
                <a:latin typeface="Malgun Gothic"/>
                <a:ea typeface="Malgun Gothic"/>
                <a:cs typeface="Malgun Gothic"/>
                <a:sym typeface="Malgun Gothic"/>
              </a:defRPr>
            </a:lvl9pPr>
          </a:lstStyle>
          <a:p>
            <a:pPr indent="0" lvl="0" marL="121285"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1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0" Type="http://schemas.openxmlformats.org/officeDocument/2006/relationships/image" Target="../media/image35.png"/><Relationship Id="rId22" Type="http://schemas.openxmlformats.org/officeDocument/2006/relationships/image" Target="../media/image33.png"/><Relationship Id="rId21" Type="http://schemas.openxmlformats.org/officeDocument/2006/relationships/image" Target="../media/image9.png"/><Relationship Id="rId24" Type="http://schemas.openxmlformats.org/officeDocument/2006/relationships/image" Target="../media/image19.png"/><Relationship Id="rId23" Type="http://schemas.openxmlformats.org/officeDocument/2006/relationships/image" Target="../media/image20.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6.png"/><Relationship Id="rId9" Type="http://schemas.openxmlformats.org/officeDocument/2006/relationships/image" Target="../media/image2.png"/><Relationship Id="rId25" Type="http://schemas.openxmlformats.org/officeDocument/2006/relationships/image" Target="../media/image46.png"/><Relationship Id="rId5" Type="http://schemas.openxmlformats.org/officeDocument/2006/relationships/image" Target="../media/image12.png"/><Relationship Id="rId6" Type="http://schemas.openxmlformats.org/officeDocument/2006/relationships/image" Target="../media/image7.png"/><Relationship Id="rId7" Type="http://schemas.openxmlformats.org/officeDocument/2006/relationships/image" Target="../media/image15.png"/><Relationship Id="rId8" Type="http://schemas.openxmlformats.org/officeDocument/2006/relationships/image" Target="../media/image11.png"/><Relationship Id="rId11" Type="http://schemas.openxmlformats.org/officeDocument/2006/relationships/image" Target="../media/image10.png"/><Relationship Id="rId10" Type="http://schemas.openxmlformats.org/officeDocument/2006/relationships/image" Target="../media/image29.png"/><Relationship Id="rId13" Type="http://schemas.openxmlformats.org/officeDocument/2006/relationships/image" Target="../media/image26.png"/><Relationship Id="rId12" Type="http://schemas.openxmlformats.org/officeDocument/2006/relationships/image" Target="../media/image14.png"/><Relationship Id="rId15" Type="http://schemas.openxmlformats.org/officeDocument/2006/relationships/image" Target="../media/image8.png"/><Relationship Id="rId14" Type="http://schemas.openxmlformats.org/officeDocument/2006/relationships/image" Target="../media/image17.png"/><Relationship Id="rId17" Type="http://schemas.openxmlformats.org/officeDocument/2006/relationships/image" Target="../media/image22.png"/><Relationship Id="rId16" Type="http://schemas.openxmlformats.org/officeDocument/2006/relationships/image" Target="../media/image18.png"/><Relationship Id="rId19" Type="http://schemas.openxmlformats.org/officeDocument/2006/relationships/image" Target="../media/image21.png"/><Relationship Id="rId18"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detect.py" TargetMode="External"/><Relationship Id="rId4" Type="http://schemas.openxmlformats.org/officeDocument/2006/relationships/hyperlink" Target="http://changedetection.py" TargetMode="External"/><Relationship Id="rId9" Type="http://schemas.openxmlformats.org/officeDocument/2006/relationships/hyperlink" Target="http://analysis.py" TargetMode="External"/><Relationship Id="rId5" Type="http://schemas.openxmlformats.org/officeDocument/2006/relationships/hyperlink" Target="http://analysis.py" TargetMode="External"/><Relationship Id="rId6" Type="http://schemas.openxmlformats.org/officeDocument/2006/relationships/hyperlink" Target="http://changedetection.py" TargetMode="External"/><Relationship Id="rId7" Type="http://schemas.openxmlformats.org/officeDocument/2006/relationships/hyperlink" Target="http://detect.py" TargetMode="External"/><Relationship Id="rId8" Type="http://schemas.openxmlformats.org/officeDocument/2006/relationships/hyperlink" Target="http://changedetection.py"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0.png"/><Relationship Id="rId4" Type="http://schemas.openxmlformats.org/officeDocument/2006/relationships/image" Target="../media/image44.png"/><Relationship Id="rId5" Type="http://schemas.openxmlformats.org/officeDocument/2006/relationships/image" Target="../media/image47.png"/><Relationship Id="rId6" Type="http://schemas.openxmlformats.org/officeDocument/2006/relationships/image" Target="../media/image25.png"/><Relationship Id="rId7" Type="http://schemas.openxmlformats.org/officeDocument/2006/relationships/image" Target="../media/image27.png"/><Relationship Id="rId8" Type="http://schemas.openxmlformats.org/officeDocument/2006/relationships/image" Target="../media/image4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8.png"/><Relationship Id="rId4" Type="http://schemas.openxmlformats.org/officeDocument/2006/relationships/image" Target="../media/image23.png"/><Relationship Id="rId5" Type="http://schemas.openxmlformats.org/officeDocument/2006/relationships/image" Target="../media/image34.png"/><Relationship Id="rId6" Type="http://schemas.openxmlformats.org/officeDocument/2006/relationships/image" Target="../media/image32.png"/><Relationship Id="rId7"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50.png"/><Relationship Id="rId5" Type="http://schemas.openxmlformats.org/officeDocument/2006/relationships/image" Target="../media/image45.png"/><Relationship Id="rId6" Type="http://schemas.openxmlformats.org/officeDocument/2006/relationships/image" Target="../media/image37.png"/><Relationship Id="rId7" Type="http://schemas.openxmlformats.org/officeDocument/2006/relationships/image" Target="../media/image3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9.png"/><Relationship Id="rId4" Type="http://schemas.openxmlformats.org/officeDocument/2006/relationships/image" Target="../media/image36.png"/><Relationship Id="rId5" Type="http://schemas.openxmlformats.org/officeDocument/2006/relationships/image" Target="../media/image41.png"/><Relationship Id="rId6" Type="http://schemas.openxmlformats.org/officeDocument/2006/relationships/image" Target="../media/image43.png"/><Relationship Id="rId7" Type="http://schemas.openxmlformats.org/officeDocument/2006/relationships/image" Target="../media/image49.png"/><Relationship Id="rId8" Type="http://schemas.openxmlformats.org/officeDocument/2006/relationships/image" Target="../media/image4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drive.google.com/file/d/1enlmqnZZ9Pzw3UxglHaC00xMMVORyeFB/view" TargetMode="External"/><Relationship Id="rId4" Type="http://schemas.openxmlformats.org/officeDocument/2006/relationships/image" Target="../media/image4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laurelwoods0102.pythonanywhere.com/log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 name="Shape 44"/>
        <p:cNvGrpSpPr/>
        <p:nvPr/>
      </p:nvGrpSpPr>
      <p:grpSpPr>
        <a:xfrm>
          <a:off x="0" y="0"/>
          <a:ext cx="0" cy="0"/>
          <a:chOff x="0" y="0"/>
          <a:chExt cx="0" cy="0"/>
        </a:xfrm>
      </p:grpSpPr>
      <p:sp>
        <p:nvSpPr>
          <p:cNvPr id="45" name="Google Shape;45;p1"/>
          <p:cNvSpPr/>
          <p:nvPr/>
        </p:nvSpPr>
        <p:spPr>
          <a:xfrm>
            <a:off x="0" y="0"/>
            <a:ext cx="9905998" cy="647807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1"/>
          <p:cNvSpPr txBox="1"/>
          <p:nvPr/>
        </p:nvSpPr>
        <p:spPr>
          <a:xfrm>
            <a:off x="1218275" y="2171297"/>
            <a:ext cx="8229000" cy="167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3600">
                <a:solidFill>
                  <a:srgbClr val="FFFFFF"/>
                </a:solidFill>
                <a:latin typeface="Times New Roman"/>
                <a:ea typeface="Times New Roman"/>
                <a:cs typeface="Times New Roman"/>
                <a:sym typeface="Times New Roman"/>
              </a:rPr>
              <a:t>FinalTerm 보고서</a:t>
            </a:r>
            <a:endParaRPr sz="3600">
              <a:solidFill>
                <a:schemeClr val="dk1"/>
              </a:solidFill>
              <a:latin typeface="Times New Roman"/>
              <a:ea typeface="Times New Roman"/>
              <a:cs typeface="Times New Roman"/>
              <a:sym typeface="Times New Roman"/>
            </a:endParaRPr>
          </a:p>
          <a:p>
            <a:pPr indent="0" lvl="0" marL="12700" marR="0" rtl="0" algn="l">
              <a:lnSpc>
                <a:spcPct val="100000"/>
              </a:lnSpc>
              <a:spcBef>
                <a:spcPts val="35"/>
              </a:spcBef>
              <a:spcAft>
                <a:spcPts val="0"/>
              </a:spcAft>
              <a:buNone/>
            </a:pPr>
            <a:r>
              <a:rPr lang="en-US" sz="3600">
                <a:solidFill>
                  <a:srgbClr val="FFFFFF"/>
                </a:solidFill>
                <a:latin typeface="Times New Roman"/>
                <a:ea typeface="Times New Roman"/>
                <a:cs typeface="Times New Roman"/>
                <a:sym typeface="Times New Roman"/>
              </a:rPr>
              <a:t>제목 : </a:t>
            </a:r>
            <a:r>
              <a:rPr i="1" lang="en-US" sz="3600">
                <a:solidFill>
                  <a:srgbClr val="FF0000"/>
                </a:solidFill>
                <a:latin typeface="Times New Roman"/>
                <a:ea typeface="Times New Roman"/>
                <a:cs typeface="Times New Roman"/>
                <a:sym typeface="Times New Roman"/>
              </a:rPr>
              <a:t>AI 기반 지능형 침입 탐지 및 원격 모니터링 시스템</a:t>
            </a:r>
            <a:endParaRPr i="1" sz="3600">
              <a:solidFill>
                <a:srgbClr val="FF0000"/>
              </a:solidFill>
              <a:latin typeface="Times New Roman"/>
              <a:ea typeface="Times New Roman"/>
              <a:cs typeface="Times New Roman"/>
              <a:sym typeface="Times New Roman"/>
            </a:endParaRPr>
          </a:p>
        </p:txBody>
      </p:sp>
      <p:sp>
        <p:nvSpPr>
          <p:cNvPr id="47" name="Google Shape;47;p1"/>
          <p:cNvSpPr txBox="1"/>
          <p:nvPr/>
        </p:nvSpPr>
        <p:spPr>
          <a:xfrm>
            <a:off x="6324600" y="3911489"/>
            <a:ext cx="3122700" cy="764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rgbClr val="FFFFFF"/>
                </a:solidFill>
                <a:latin typeface="Times New Roman"/>
                <a:ea typeface="Times New Roman"/>
                <a:cs typeface="Times New Roman"/>
                <a:sym typeface="Times New Roman"/>
              </a:rPr>
              <a:t>학번: </a:t>
            </a:r>
            <a:r>
              <a:rPr i="1" lang="en-US" sz="2400">
                <a:solidFill>
                  <a:srgbClr val="FF0000"/>
                </a:solidFill>
                <a:latin typeface="Times New Roman"/>
                <a:ea typeface="Times New Roman"/>
                <a:cs typeface="Times New Roman"/>
                <a:sym typeface="Times New Roman"/>
              </a:rPr>
              <a:t>2019102182</a:t>
            </a:r>
            <a:endParaRPr>
              <a:solidFill>
                <a:schemeClr val="dk1"/>
              </a:solidFill>
            </a:endParaRPr>
          </a:p>
          <a:p>
            <a:pPr indent="0" lvl="0" marL="12700" marR="0" rtl="0" algn="l">
              <a:lnSpc>
                <a:spcPct val="100000"/>
              </a:lnSpc>
              <a:spcBef>
                <a:spcPts val="100"/>
              </a:spcBef>
              <a:spcAft>
                <a:spcPts val="0"/>
              </a:spcAft>
              <a:buNone/>
            </a:pPr>
            <a:r>
              <a:rPr lang="en-US" sz="2400">
                <a:solidFill>
                  <a:srgbClr val="FFFFFF"/>
                </a:solidFill>
                <a:latin typeface="Times New Roman"/>
                <a:ea typeface="Times New Roman"/>
                <a:cs typeface="Times New Roman"/>
                <a:sym typeface="Times New Roman"/>
              </a:rPr>
              <a:t>이름 : </a:t>
            </a:r>
            <a:r>
              <a:rPr i="1" lang="en-US" sz="2400">
                <a:solidFill>
                  <a:srgbClr val="FF0000"/>
                </a:solidFill>
                <a:latin typeface="Times New Roman"/>
                <a:ea typeface="Times New Roman"/>
                <a:cs typeface="Times New Roman"/>
                <a:sym typeface="Times New Roman"/>
              </a:rPr>
              <a:t>박현우</a:t>
            </a:r>
            <a:endParaRPr i="1" sz="2400">
              <a:solidFill>
                <a:srgbClr val="FF0000"/>
              </a:solidFill>
              <a:latin typeface="Times New Roman"/>
              <a:ea typeface="Times New Roman"/>
              <a:cs typeface="Times New Roman"/>
              <a:sym typeface="Times New Roman"/>
            </a:endParaRPr>
          </a:p>
        </p:txBody>
      </p:sp>
      <p:sp>
        <p:nvSpPr>
          <p:cNvPr id="48" name="Google Shape;48;p1"/>
          <p:cNvSpPr/>
          <p:nvPr/>
        </p:nvSpPr>
        <p:spPr>
          <a:xfrm>
            <a:off x="3119628" y="5259323"/>
            <a:ext cx="1036319" cy="40233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 name="Google Shape;49;p1"/>
          <p:cNvSpPr txBox="1"/>
          <p:nvPr/>
        </p:nvSpPr>
        <p:spPr>
          <a:xfrm>
            <a:off x="4254215" y="5285013"/>
            <a:ext cx="2418715" cy="33083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2000">
                <a:solidFill>
                  <a:srgbClr val="1F497D"/>
                </a:solidFill>
                <a:latin typeface="Times New Roman"/>
                <a:ea typeface="Times New Roman"/>
                <a:cs typeface="Times New Roman"/>
                <a:sym typeface="Times New Roman"/>
              </a:rPr>
              <a:t>Image Processing Lab</a:t>
            </a:r>
            <a:endParaRPr sz="2000">
              <a:solidFill>
                <a:schemeClr val="dk1"/>
              </a:solidFill>
              <a:latin typeface="Times New Roman"/>
              <a:ea typeface="Times New Roman"/>
              <a:cs typeface="Times New Roman"/>
              <a:sym typeface="Times New Roman"/>
            </a:endParaRPr>
          </a:p>
        </p:txBody>
      </p:sp>
      <p:sp>
        <p:nvSpPr>
          <p:cNvPr id="50" name="Google Shape;50;p1"/>
          <p:cNvSpPr txBox="1"/>
          <p:nvPr>
            <p:ph type="title"/>
          </p:nvPr>
        </p:nvSpPr>
        <p:spPr>
          <a:xfrm>
            <a:off x="454138" y="630845"/>
            <a:ext cx="5108462" cy="382156"/>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Clr>
                <a:schemeClr val="lt1"/>
              </a:buClr>
              <a:buSzPts val="2400"/>
              <a:buFont typeface="Times New Roman"/>
              <a:buNone/>
            </a:pPr>
            <a:r>
              <a:rPr lang="en-US" sz="2400">
                <a:solidFill>
                  <a:schemeClr val="lt1"/>
                </a:solidFill>
                <a:latin typeface="Times New Roman"/>
                <a:ea typeface="Times New Roman"/>
                <a:cs typeface="Times New Roman"/>
                <a:sym typeface="Times New Roman"/>
              </a:rPr>
              <a:t>Mobile/WebService Project</a:t>
            </a:r>
            <a:endParaRPr sz="2400">
              <a:solidFill>
                <a:schemeClr val="lt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2"/>
          <p:cNvSpPr/>
          <p:nvPr/>
        </p:nvSpPr>
        <p:spPr>
          <a:xfrm>
            <a:off x="0" y="0"/>
            <a:ext cx="9905998" cy="68580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2"/>
          <p:cNvSpPr txBox="1"/>
          <p:nvPr/>
        </p:nvSpPr>
        <p:spPr>
          <a:xfrm>
            <a:off x="9221723" y="6431727"/>
            <a:ext cx="109855"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A8A8A"/>
                </a:solidFill>
                <a:latin typeface="Malgun Gothic"/>
                <a:ea typeface="Malgun Gothic"/>
                <a:cs typeface="Malgun Gothic"/>
                <a:sym typeface="Malgun Gothic"/>
              </a:rPr>
              <a:t>2</a:t>
            </a:r>
            <a:endParaRPr sz="1200">
              <a:solidFill>
                <a:schemeClr val="dk1"/>
              </a:solidFill>
              <a:latin typeface="Malgun Gothic"/>
              <a:ea typeface="Malgun Gothic"/>
              <a:cs typeface="Malgun Gothic"/>
              <a:sym typeface="Malgun Gothic"/>
            </a:endParaRPr>
          </a:p>
        </p:txBody>
      </p:sp>
      <p:sp>
        <p:nvSpPr>
          <p:cNvPr id="57" name="Google Shape;57;p2"/>
          <p:cNvSpPr txBox="1"/>
          <p:nvPr>
            <p:ph type="title"/>
          </p:nvPr>
        </p:nvSpPr>
        <p:spPr>
          <a:xfrm>
            <a:off x="1399538" y="2991103"/>
            <a:ext cx="5687062" cy="566822"/>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목차</a:t>
            </a:r>
            <a:endParaRPr sz="3600"/>
          </a:p>
        </p:txBody>
      </p:sp>
      <p:sp>
        <p:nvSpPr>
          <p:cNvPr id="58" name="Google Shape;58;p2"/>
          <p:cNvSpPr txBox="1"/>
          <p:nvPr/>
        </p:nvSpPr>
        <p:spPr>
          <a:xfrm>
            <a:off x="1482089" y="4019482"/>
            <a:ext cx="6366511" cy="2305118"/>
          </a:xfrm>
          <a:prstGeom prst="rect">
            <a:avLst/>
          </a:prstGeom>
          <a:noFill/>
          <a:ln>
            <a:noFill/>
          </a:ln>
        </p:spPr>
        <p:txBody>
          <a:bodyPr anchorCtr="0" anchor="t" bIns="0" lIns="0" spcFirstLastPara="1" rIns="0" wrap="square" tIns="73025">
            <a:spAutoFit/>
          </a:bodyPr>
          <a:lstStyle/>
          <a:p>
            <a:pPr indent="-343535" lvl="0" marL="355600" marR="0" rtl="0" algn="l">
              <a:lnSpc>
                <a:spcPct val="100000"/>
              </a:lnSpc>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요구조건</a:t>
            </a:r>
            <a:endParaRPr sz="2000">
              <a:solidFill>
                <a:schemeClr val="dk1"/>
              </a:solidFill>
              <a:latin typeface="Calibri"/>
              <a:ea typeface="Calibri"/>
              <a:cs typeface="Calibri"/>
              <a:sym typeface="Calibri"/>
            </a:endParaRPr>
          </a:p>
          <a:p>
            <a:pPr indent="-343535" lvl="0" marL="355600" marR="0" rtl="0" algn="l">
              <a:lnSpc>
                <a:spcPct val="100000"/>
              </a:lnSpc>
              <a:spcBef>
                <a:spcPts val="575"/>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목적</a:t>
            </a:r>
            <a:endParaRPr sz="2000">
              <a:solidFill>
                <a:schemeClr val="dk1"/>
              </a:solidFill>
              <a:latin typeface="Calibri"/>
              <a:ea typeface="Calibri"/>
              <a:cs typeface="Calibri"/>
              <a:sym typeface="Calibri"/>
            </a:endParaRPr>
          </a:p>
          <a:p>
            <a:pPr indent="-343535" lvl="0" marL="355600" marR="0" rtl="0" algn="l">
              <a:lnSpc>
                <a:spcPct val="100000"/>
              </a:lnSpc>
              <a:spcBef>
                <a:spcPts val="575"/>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필요성</a:t>
            </a:r>
            <a:endParaRPr sz="2000">
              <a:solidFill>
                <a:schemeClr val="dk1"/>
              </a:solidFill>
              <a:latin typeface="Calibri"/>
              <a:ea typeface="Calibri"/>
              <a:cs typeface="Calibri"/>
              <a:sym typeface="Calibri"/>
            </a:endParaRPr>
          </a:p>
          <a:p>
            <a:pPr indent="-343535" lvl="0" marL="355600" marR="0" rtl="0" algn="l">
              <a:lnSpc>
                <a:spcPct val="100000"/>
              </a:lnSpc>
              <a:spcBef>
                <a:spcPts val="575"/>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기능 계획(신규 또는 추가 기능 중심)</a:t>
            </a:r>
            <a:endParaRPr/>
          </a:p>
          <a:p>
            <a:pPr indent="-343535" lvl="0" marL="355600" marR="0" rtl="0" algn="l">
              <a:lnSpc>
                <a:spcPct val="100000"/>
              </a:lnSpc>
              <a:spcBef>
                <a:spcPts val="575"/>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사용자 시나리오(Ui 구성)</a:t>
            </a:r>
            <a:endParaRPr/>
          </a:p>
          <a:p>
            <a:pPr indent="-343535" lvl="0" marL="355600" marR="0" rtl="0" algn="l">
              <a:lnSpc>
                <a:spcPct val="100000"/>
              </a:lnSpc>
              <a:spcBef>
                <a:spcPts val="575"/>
              </a:spcBef>
              <a:spcAft>
                <a:spcPts val="0"/>
              </a:spcAft>
              <a:buClr>
                <a:srgbClr val="1F497D"/>
              </a:buClr>
              <a:buSzPts val="2000"/>
              <a:buFont typeface="Arial"/>
              <a:buChar char="•"/>
            </a:pPr>
            <a:r>
              <a:rPr lang="en-US" sz="2000">
                <a:solidFill>
                  <a:srgbClr val="1F497D"/>
                </a:solidFill>
                <a:latin typeface="Malgun Gothic"/>
                <a:ea typeface="Malgun Gothic"/>
                <a:cs typeface="Malgun Gothic"/>
                <a:sym typeface="Malgun Gothic"/>
              </a:rPr>
              <a:t>기대효과</a:t>
            </a:r>
            <a:endParaRPr sz="2000">
              <a:solidFill>
                <a:srgbClr val="1F497D"/>
              </a:solidFill>
              <a:latin typeface="Malgun Gothic"/>
              <a:ea typeface="Malgun Gothic"/>
              <a:cs typeface="Malgun Gothic"/>
              <a:sym typeface="Malgun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3"/>
          <p:cNvSpPr txBox="1"/>
          <p:nvPr/>
        </p:nvSpPr>
        <p:spPr>
          <a:xfrm>
            <a:off x="1208504" y="6486875"/>
            <a:ext cx="1705610"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400">
                <a:solidFill>
                  <a:srgbClr val="1F497D"/>
                </a:solidFill>
                <a:latin typeface="Times New Roman"/>
                <a:ea typeface="Times New Roman"/>
                <a:cs typeface="Times New Roman"/>
                <a:sym typeface="Times New Roman"/>
              </a:rPr>
              <a:t>Image Processing Lab</a:t>
            </a:r>
            <a:endParaRPr sz="1400">
              <a:solidFill>
                <a:schemeClr val="dk1"/>
              </a:solidFill>
              <a:latin typeface="Times New Roman"/>
              <a:ea typeface="Times New Roman"/>
              <a:cs typeface="Times New Roman"/>
              <a:sym typeface="Times New Roman"/>
            </a:endParaRPr>
          </a:p>
        </p:txBody>
      </p:sp>
      <p:sp>
        <p:nvSpPr>
          <p:cNvPr id="64" name="Google Shape;64;p3"/>
          <p:cNvSpPr txBox="1"/>
          <p:nvPr>
            <p:ph type="title"/>
          </p:nvPr>
        </p:nvSpPr>
        <p:spPr>
          <a:xfrm>
            <a:off x="574040" y="609888"/>
            <a:ext cx="3388360" cy="33083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latin typeface="Times New Roman"/>
                <a:ea typeface="Times New Roman"/>
                <a:cs typeface="Times New Roman"/>
                <a:sym typeface="Times New Roman"/>
              </a:rPr>
              <a:t>요구조건</a:t>
            </a:r>
            <a:endParaRPr/>
          </a:p>
        </p:txBody>
      </p:sp>
      <p:sp>
        <p:nvSpPr>
          <p:cNvPr id="65" name="Google Shape;65;p3"/>
          <p:cNvSpPr txBox="1"/>
          <p:nvPr/>
        </p:nvSpPr>
        <p:spPr>
          <a:xfrm>
            <a:off x="574040" y="1124817"/>
            <a:ext cx="8874760" cy="5471370"/>
          </a:xfrm>
          <a:prstGeom prst="rect">
            <a:avLst/>
          </a:prstGeom>
          <a:noFill/>
          <a:ln>
            <a:noFill/>
          </a:ln>
        </p:spPr>
        <p:txBody>
          <a:bodyPr anchorCtr="0" anchor="t" bIns="0" lIns="0" spcFirstLastPara="1" rIns="0" wrap="square" tIns="13325">
            <a:spAutoFit/>
          </a:bodyPr>
          <a:lstStyle/>
          <a:p>
            <a:pPr indent="-287019" lvl="0" marL="299085" marR="0" rtl="0" algn="l">
              <a:spcBef>
                <a:spcPts val="0"/>
              </a:spcBef>
              <a:spcAft>
                <a:spcPts val="0"/>
              </a:spcAft>
              <a:buClr>
                <a:srgbClr val="558ED5"/>
              </a:buClr>
              <a:buSzPts val="1600"/>
              <a:buFont typeface="Noto Sans Symbols"/>
              <a:buChar char="❖"/>
            </a:pPr>
            <a:r>
              <a:rPr lang="en-US" sz="1600">
                <a:solidFill>
                  <a:srgbClr val="558ED5"/>
                </a:solidFill>
                <a:latin typeface="Calibri"/>
                <a:ea typeface="Calibri"/>
                <a:cs typeface="Calibri"/>
                <a:sym typeface="Calibri"/>
              </a:rPr>
              <a:t>1. Edge System(Python 기반, 공통)</a:t>
            </a:r>
            <a:endParaRPr/>
          </a:p>
          <a:p>
            <a:pPr indent="-342900" lvl="1" marL="812165" marR="0" rtl="0" algn="l">
              <a:spcBef>
                <a:spcPts val="105"/>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1-1. YoloV5 pretrained model 사용</a:t>
            </a:r>
            <a:endParaRPr b="0" i="0" sz="1600" u="none" cap="none" strike="noStrike">
              <a:solidFill>
                <a:schemeClr val="dk1"/>
              </a:solidFill>
              <a:latin typeface="Calibri"/>
              <a:ea typeface="Calibri"/>
              <a:cs typeface="Calibri"/>
              <a:sym typeface="Calibri"/>
            </a:endParaRPr>
          </a:p>
          <a:p>
            <a:pPr indent="-342900" lvl="2" marL="1269365" marR="0" rtl="0" algn="l">
              <a:spcBef>
                <a:spcPts val="105"/>
              </a:spcBef>
              <a:spcAft>
                <a:spcPts val="0"/>
              </a:spcAft>
              <a:buClr>
                <a:schemeClr val="dk1"/>
              </a:buClr>
              <a:buSzPts val="1600"/>
              <a:buFont typeface="Calibri"/>
              <a:buChar char="-"/>
            </a:pPr>
            <a:r>
              <a:rPr b="0" i="1" lang="en-US" sz="1600" u="none" cap="none" strike="noStrike">
                <a:solidFill>
                  <a:schemeClr val="dk1"/>
                </a:solidFill>
                <a:latin typeface="Calibri"/>
                <a:ea typeface="Calibri"/>
                <a:cs typeface="Calibri"/>
                <a:sym typeface="Calibri"/>
              </a:rPr>
              <a:t>대체 가능 함</a:t>
            </a:r>
            <a:endParaRPr b="0" i="0" sz="1600" u="none" cap="none" strike="noStrike">
              <a:solidFill>
                <a:schemeClr val="dk1"/>
              </a:solidFill>
              <a:latin typeface="Calibri"/>
              <a:ea typeface="Calibri"/>
              <a:cs typeface="Calibri"/>
              <a:sym typeface="Calibri"/>
            </a:endParaRPr>
          </a:p>
          <a:p>
            <a:pPr indent="-342900" lvl="1" marL="812165" marR="0" rtl="0" algn="l">
              <a:spcBef>
                <a:spcPts val="105"/>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1-2. Ms coco 훈련데이터 기준 검출 객체 (Classes) : 80가지 객체 검출 기능</a:t>
            </a:r>
            <a:endParaRPr b="0" i="0" sz="1600" u="none" cap="none" strike="noStrike">
              <a:solidFill>
                <a:schemeClr val="dk1"/>
              </a:solidFill>
              <a:latin typeface="Calibri"/>
              <a:ea typeface="Calibri"/>
              <a:cs typeface="Calibri"/>
              <a:sym typeface="Calibri"/>
            </a:endParaRPr>
          </a:p>
          <a:p>
            <a:pPr indent="-342900" lvl="2" marL="1269365" marR="0" rtl="0" algn="l">
              <a:spcBef>
                <a:spcPts val="105"/>
              </a:spcBef>
              <a:spcAft>
                <a:spcPts val="0"/>
              </a:spcAft>
              <a:buClr>
                <a:schemeClr val="dk1"/>
              </a:buClr>
              <a:buSzPts val="1600"/>
              <a:buFont typeface="Calibri"/>
              <a:buChar char="-"/>
            </a:pPr>
            <a:r>
              <a:rPr b="0" i="1" lang="en-US" sz="1600" u="none" cap="none" strike="noStrike">
                <a:solidFill>
                  <a:schemeClr val="dk1"/>
                </a:solidFill>
                <a:latin typeface="Calibri"/>
                <a:ea typeface="Calibri"/>
                <a:cs typeface="Calibri"/>
                <a:sym typeface="Calibri"/>
              </a:rPr>
              <a:t>대체 가능 함</a:t>
            </a:r>
            <a:endParaRPr b="0" i="1" sz="1600" u="none" cap="none" strike="noStrike">
              <a:solidFill>
                <a:schemeClr val="dk1"/>
              </a:solidFill>
              <a:latin typeface="Calibri"/>
              <a:ea typeface="Calibri"/>
              <a:cs typeface="Calibri"/>
              <a:sym typeface="Calibri"/>
            </a:endParaRPr>
          </a:p>
          <a:p>
            <a:pPr indent="-342900" lvl="1" marL="812165" marR="0" rtl="0" algn="l">
              <a:spcBef>
                <a:spcPts val="105"/>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1-3. 한 종류의 객체를 동일한 객체로 가능한 Change Detection</a:t>
            </a:r>
            <a:endParaRPr/>
          </a:p>
          <a:p>
            <a:pPr indent="-342900" lvl="1" marL="812165" marR="0" rtl="0" algn="l">
              <a:spcBef>
                <a:spcPts val="105"/>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1-4. 게시를 위한 HTTP Restfull API 사용(공통)</a:t>
            </a:r>
            <a:endParaRPr/>
          </a:p>
          <a:p>
            <a:pPr indent="-342900" lvl="1" marL="812165" marR="0" rtl="0" algn="l">
              <a:spcBef>
                <a:spcPts val="105"/>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1-5. 추가기능</a:t>
            </a:r>
            <a:endParaRPr b="0" i="0" sz="1600" u="none" cap="none" strike="noStrike">
              <a:solidFill>
                <a:schemeClr val="dk1"/>
              </a:solidFill>
              <a:latin typeface="Calibri"/>
              <a:ea typeface="Calibri"/>
              <a:cs typeface="Calibri"/>
              <a:sym typeface="Calibri"/>
            </a:endParaRPr>
          </a:p>
          <a:p>
            <a:pPr indent="-285750" lvl="1" marL="812165" marR="0" rtl="0" algn="l">
              <a:spcBef>
                <a:spcPts val="105"/>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287019" lvl="0" marL="299085" marR="0" rtl="0" algn="l">
              <a:spcBef>
                <a:spcPts val="105"/>
              </a:spcBef>
              <a:spcAft>
                <a:spcPts val="0"/>
              </a:spcAft>
              <a:buClr>
                <a:srgbClr val="558ED5"/>
              </a:buClr>
              <a:buSzPts val="1600"/>
              <a:buFont typeface="Noto Sans Symbols"/>
              <a:buChar char="❖"/>
            </a:pPr>
            <a:r>
              <a:rPr lang="en-US" sz="1600">
                <a:solidFill>
                  <a:srgbClr val="558ED5"/>
                </a:solidFill>
                <a:latin typeface="Calibri"/>
                <a:ea typeface="Calibri"/>
                <a:cs typeface="Calibri"/>
                <a:sym typeface="Calibri"/>
              </a:rPr>
              <a:t>2. Service System(Python, Django 기반, Pythonanywhere 클라우드상 서비스 구동, 일부 확장 기능 가능)</a:t>
            </a:r>
            <a:endParaRPr sz="1600">
              <a:solidFill>
                <a:schemeClr val="dk1"/>
              </a:solidFill>
              <a:latin typeface="Calibri"/>
              <a:ea typeface="Calibri"/>
              <a:cs typeface="Calibri"/>
              <a:sym typeface="Calibri"/>
            </a:endParaRPr>
          </a:p>
          <a:p>
            <a:pPr indent="-342900" lvl="1" marL="812165" marR="0" rtl="0" algn="l">
              <a:spcBef>
                <a:spcPts val="105"/>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2-1. 사용자 보안 기능(보안키를 이용한 로그인, 공통)</a:t>
            </a:r>
            <a:endParaRPr/>
          </a:p>
          <a:p>
            <a:pPr indent="-342900" lvl="1" marL="812165" marR="0" rtl="0" algn="l">
              <a:spcBef>
                <a:spcPts val="105"/>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2-2. Image Blog 및 관리 기능(공통, 일부 확장 기능 가능)</a:t>
            </a:r>
            <a:endParaRPr/>
          </a:p>
          <a:p>
            <a:pPr indent="-342900" lvl="1" marL="812165" marR="0" rtl="0" algn="l">
              <a:spcBef>
                <a:spcPts val="105"/>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2-3. 게시를 위한 HTTP Restfull API 제공(공통)</a:t>
            </a:r>
            <a:endParaRPr/>
          </a:p>
          <a:p>
            <a:pPr indent="-342900" lvl="1" marL="812165" marR="0" rtl="0" algn="l">
              <a:spcBef>
                <a:spcPts val="105"/>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2-4. Image 목록, 획득을 위한 HTTP Restfull API 제공(신규 추가 필요)</a:t>
            </a:r>
            <a:endParaRPr/>
          </a:p>
          <a:p>
            <a:pPr indent="-342900" lvl="1" marL="812165" marR="0" rtl="0" algn="l">
              <a:spcBef>
                <a:spcPts val="105"/>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2-5. 추가 기능</a:t>
            </a:r>
            <a:endParaRPr b="0" i="0" sz="1600" u="none" cap="none" strike="noStrike">
              <a:solidFill>
                <a:schemeClr val="dk1"/>
              </a:solidFill>
              <a:latin typeface="Calibri"/>
              <a:ea typeface="Calibri"/>
              <a:cs typeface="Calibri"/>
              <a:sym typeface="Calibri"/>
            </a:endParaRPr>
          </a:p>
          <a:p>
            <a:pPr indent="-285750" lvl="1" marL="812165" marR="0" rtl="0" algn="l">
              <a:spcBef>
                <a:spcPts val="105"/>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287019" lvl="0" marL="299085" marR="0" rtl="0" algn="l">
              <a:spcBef>
                <a:spcPts val="105"/>
              </a:spcBef>
              <a:spcAft>
                <a:spcPts val="0"/>
              </a:spcAft>
              <a:buClr>
                <a:srgbClr val="558ED5"/>
              </a:buClr>
              <a:buSzPts val="1600"/>
              <a:buFont typeface="Noto Sans Symbols"/>
              <a:buChar char="❖"/>
            </a:pPr>
            <a:r>
              <a:rPr lang="en-US" sz="1600">
                <a:solidFill>
                  <a:srgbClr val="558ED5"/>
                </a:solidFill>
                <a:latin typeface="Calibri"/>
                <a:ea typeface="Calibri"/>
                <a:cs typeface="Calibri"/>
                <a:sym typeface="Calibri"/>
              </a:rPr>
              <a:t>3. Client System(Android, Native App, 개별 제안)</a:t>
            </a:r>
            <a:endParaRPr sz="1600">
              <a:solidFill>
                <a:schemeClr val="dk1"/>
              </a:solidFill>
              <a:latin typeface="Calibri"/>
              <a:ea typeface="Calibri"/>
              <a:cs typeface="Calibri"/>
              <a:sym typeface="Calibri"/>
            </a:endParaRPr>
          </a:p>
          <a:p>
            <a:pPr indent="-342900" lvl="1" marL="812165" marR="0" rtl="0" algn="l">
              <a:spcBef>
                <a:spcPts val="105"/>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3.1. Image list view 기능(공통 기능, 개별 제안)</a:t>
            </a:r>
            <a:endParaRPr/>
          </a:p>
          <a:p>
            <a:pPr indent="-342900" lvl="1" marL="812165" marR="0" rtl="0" algn="l">
              <a:spcBef>
                <a:spcPts val="105"/>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3.2. Image 목록, 획득을 위한 HTTP Restfull API 사용(신규 추가 필요)</a:t>
            </a:r>
            <a:endParaRPr/>
          </a:p>
          <a:p>
            <a:pPr indent="-342900" lvl="1" marL="812165" marR="0" rtl="0" algn="l">
              <a:spcBef>
                <a:spcPts val="105"/>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3.3. 공통기능 및 추가기능을 활용한 사용자 시나리오 및 UI 제공 (신규 추가 필요)</a:t>
            </a:r>
            <a:endParaRPr/>
          </a:p>
          <a:p>
            <a:pPr indent="-342900" lvl="1" marL="812165" marR="0" rtl="0" algn="l">
              <a:spcBef>
                <a:spcPts val="105"/>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3-4. 추가 기능</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4"/>
          <p:cNvSpPr/>
          <p:nvPr/>
        </p:nvSpPr>
        <p:spPr>
          <a:xfrm>
            <a:off x="3008250" y="4748172"/>
            <a:ext cx="6137400" cy="1630800"/>
          </a:xfrm>
          <a:prstGeom prst="rect">
            <a:avLst/>
          </a:prstGeom>
          <a:noFill/>
          <a:ln cap="flat" cmpd="sng" w="38100">
            <a:solidFill>
              <a:srgbClr val="EC118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500">
              <a:solidFill>
                <a:srgbClr val="EC118F"/>
              </a:solidFill>
            </a:endParaRPr>
          </a:p>
        </p:txBody>
      </p:sp>
      <p:pic>
        <p:nvPicPr>
          <p:cNvPr id="71" name="Google Shape;71;p4"/>
          <p:cNvPicPr preferRelativeResize="0"/>
          <p:nvPr/>
        </p:nvPicPr>
        <p:blipFill rotWithShape="1">
          <a:blip r:embed="rId3">
            <a:alphaModFix/>
          </a:blip>
          <a:srcRect b="0" l="0" r="0" t="0"/>
          <a:stretch/>
        </p:blipFill>
        <p:spPr>
          <a:xfrm>
            <a:off x="6633146" y="2004025"/>
            <a:ext cx="1490745" cy="2047632"/>
          </a:xfrm>
          <a:prstGeom prst="rect">
            <a:avLst/>
          </a:prstGeom>
          <a:noFill/>
          <a:ln>
            <a:noFill/>
          </a:ln>
        </p:spPr>
      </p:pic>
      <p:sp>
        <p:nvSpPr>
          <p:cNvPr id="72" name="Google Shape;72;p4"/>
          <p:cNvSpPr/>
          <p:nvPr/>
        </p:nvSpPr>
        <p:spPr>
          <a:xfrm>
            <a:off x="4371923" y="2059975"/>
            <a:ext cx="1580100" cy="1978800"/>
          </a:xfrm>
          <a:prstGeom prst="roundRect">
            <a:avLst>
              <a:gd fmla="val 16667" name="adj"/>
            </a:avLst>
          </a:prstGeom>
          <a:solidFill>
            <a:srgbClr val="CCC0D9"/>
          </a:solidFill>
          <a:ln cap="flat" cmpd="sng" w="18650">
            <a:solidFill>
              <a:srgbClr val="B2A0C7"/>
            </a:solidFill>
            <a:prstDash val="solid"/>
            <a:round/>
            <a:headEnd len="sm" w="sm" type="none"/>
            <a:tailEnd len="sm" w="sm" type="none"/>
          </a:ln>
        </p:spPr>
        <p:txBody>
          <a:bodyPr anchorCtr="0" anchor="ctr" bIns="33550" lIns="67125" spcFirstLastPara="1" rIns="67125" wrap="square" tIns="33550">
            <a:noAutofit/>
          </a:bodyPr>
          <a:lstStyle/>
          <a:p>
            <a:pPr indent="0" lvl="0" marL="0" marR="0" rtl="0" algn="ctr">
              <a:spcBef>
                <a:spcPts val="0"/>
              </a:spcBef>
              <a:spcAft>
                <a:spcPts val="0"/>
              </a:spcAft>
              <a:buNone/>
            </a:pPr>
            <a:r>
              <a:t/>
            </a:r>
            <a:endParaRPr sz="807">
              <a:solidFill>
                <a:schemeClr val="lt1"/>
              </a:solidFill>
              <a:latin typeface="Calibri"/>
              <a:ea typeface="Calibri"/>
              <a:cs typeface="Calibri"/>
              <a:sym typeface="Calibri"/>
            </a:endParaRPr>
          </a:p>
        </p:txBody>
      </p:sp>
      <p:sp>
        <p:nvSpPr>
          <p:cNvPr id="73" name="Google Shape;73;p4"/>
          <p:cNvSpPr/>
          <p:nvPr/>
        </p:nvSpPr>
        <p:spPr>
          <a:xfrm>
            <a:off x="1336444" y="2060013"/>
            <a:ext cx="1133700" cy="1978800"/>
          </a:xfrm>
          <a:prstGeom prst="roundRect">
            <a:avLst>
              <a:gd fmla="val 16667" name="adj"/>
            </a:avLst>
          </a:prstGeom>
          <a:solidFill>
            <a:srgbClr val="CCC0D9"/>
          </a:solidFill>
          <a:ln cap="flat" cmpd="sng" w="18650">
            <a:solidFill>
              <a:srgbClr val="B2A0C7"/>
            </a:solidFill>
            <a:prstDash val="solid"/>
            <a:round/>
            <a:headEnd len="sm" w="sm" type="none"/>
            <a:tailEnd len="sm" w="sm" type="none"/>
          </a:ln>
        </p:spPr>
        <p:txBody>
          <a:bodyPr anchorCtr="0" anchor="ctr" bIns="33550" lIns="67125" spcFirstLastPara="1" rIns="67125" wrap="square" tIns="33550">
            <a:noAutofit/>
          </a:bodyPr>
          <a:lstStyle/>
          <a:p>
            <a:pPr indent="0" lvl="0" marL="0" marR="0" rtl="0" algn="ctr">
              <a:spcBef>
                <a:spcPts val="0"/>
              </a:spcBef>
              <a:spcAft>
                <a:spcPts val="0"/>
              </a:spcAft>
              <a:buNone/>
            </a:pPr>
            <a:r>
              <a:t/>
            </a:r>
            <a:endParaRPr sz="807">
              <a:solidFill>
                <a:schemeClr val="lt1"/>
              </a:solidFill>
              <a:latin typeface="Calibri"/>
              <a:ea typeface="Calibri"/>
              <a:cs typeface="Calibri"/>
              <a:sym typeface="Calibri"/>
            </a:endParaRPr>
          </a:p>
        </p:txBody>
      </p:sp>
      <p:sp>
        <p:nvSpPr>
          <p:cNvPr id="74" name="Google Shape;74;p4"/>
          <p:cNvSpPr txBox="1"/>
          <p:nvPr/>
        </p:nvSpPr>
        <p:spPr>
          <a:xfrm>
            <a:off x="1208504" y="6486875"/>
            <a:ext cx="1705610"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400">
                <a:solidFill>
                  <a:srgbClr val="1F497D"/>
                </a:solidFill>
                <a:latin typeface="Times New Roman"/>
                <a:ea typeface="Times New Roman"/>
                <a:cs typeface="Times New Roman"/>
                <a:sym typeface="Times New Roman"/>
              </a:rPr>
              <a:t>Image Processing Lab</a:t>
            </a:r>
            <a:endParaRPr sz="1400">
              <a:solidFill>
                <a:schemeClr val="dk1"/>
              </a:solidFill>
              <a:latin typeface="Times New Roman"/>
              <a:ea typeface="Times New Roman"/>
              <a:cs typeface="Times New Roman"/>
              <a:sym typeface="Times New Roman"/>
            </a:endParaRPr>
          </a:p>
        </p:txBody>
      </p:sp>
      <p:sp>
        <p:nvSpPr>
          <p:cNvPr id="75" name="Google Shape;75;p4"/>
          <p:cNvSpPr txBox="1"/>
          <p:nvPr>
            <p:ph type="title"/>
          </p:nvPr>
        </p:nvSpPr>
        <p:spPr>
          <a:xfrm>
            <a:off x="574040" y="609888"/>
            <a:ext cx="5293360" cy="321242"/>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latin typeface="Times New Roman"/>
                <a:ea typeface="Times New Roman"/>
                <a:cs typeface="Times New Roman"/>
                <a:sym typeface="Times New Roman"/>
              </a:rPr>
              <a:t>시스템 구성도 </a:t>
            </a:r>
            <a:r>
              <a:rPr i="1" lang="en-US">
                <a:solidFill>
                  <a:srgbClr val="FF0000"/>
                </a:solidFill>
                <a:latin typeface="Times New Roman"/>
                <a:ea typeface="Times New Roman"/>
                <a:cs typeface="Times New Roman"/>
                <a:sym typeface="Times New Roman"/>
              </a:rPr>
              <a:t>(변경  된 사항 적용)</a:t>
            </a:r>
            <a:endParaRPr i="1">
              <a:solidFill>
                <a:srgbClr val="FF0000"/>
              </a:solidFill>
            </a:endParaRPr>
          </a:p>
        </p:txBody>
      </p:sp>
      <p:sp>
        <p:nvSpPr>
          <p:cNvPr id="76" name="Google Shape;76;p4"/>
          <p:cNvSpPr txBox="1"/>
          <p:nvPr/>
        </p:nvSpPr>
        <p:spPr>
          <a:xfrm>
            <a:off x="574040" y="1124817"/>
            <a:ext cx="8874760" cy="321242"/>
          </a:xfrm>
          <a:prstGeom prst="rect">
            <a:avLst/>
          </a:prstGeom>
          <a:noFill/>
          <a:ln>
            <a:noFill/>
          </a:ln>
        </p:spPr>
        <p:txBody>
          <a:bodyPr anchorCtr="0" anchor="t" bIns="0" lIns="0" spcFirstLastPara="1" rIns="0" wrap="square" tIns="13325">
            <a:spAutoFit/>
          </a:bodyPr>
          <a:lstStyle/>
          <a:p>
            <a:pPr indent="-287019" lvl="0" marL="299085" marR="0" rtl="0" algn="l">
              <a:lnSpc>
                <a:spcPct val="100000"/>
              </a:lnSpc>
              <a:spcBef>
                <a:spcPts val="0"/>
              </a:spcBef>
              <a:spcAft>
                <a:spcPts val="0"/>
              </a:spcAft>
              <a:buClr>
                <a:srgbClr val="558ED5"/>
              </a:buClr>
              <a:buSzPts val="2000"/>
              <a:buFont typeface="Noto Sans Symbols"/>
              <a:buChar char="❖"/>
            </a:pPr>
            <a:r>
              <a:rPr lang="en-US" sz="2000">
                <a:solidFill>
                  <a:srgbClr val="558ED5"/>
                </a:solidFill>
                <a:latin typeface="Calibri"/>
                <a:ea typeface="Calibri"/>
                <a:cs typeface="Calibri"/>
                <a:sym typeface="Calibri"/>
              </a:rPr>
              <a:t>시스템 구성도</a:t>
            </a:r>
            <a:endParaRPr sz="2000">
              <a:solidFill>
                <a:schemeClr val="dk1"/>
              </a:solidFill>
              <a:latin typeface="Calibri"/>
              <a:ea typeface="Calibri"/>
              <a:cs typeface="Calibri"/>
              <a:sym typeface="Calibri"/>
            </a:endParaRPr>
          </a:p>
        </p:txBody>
      </p:sp>
      <p:pic>
        <p:nvPicPr>
          <p:cNvPr descr="D:\Daum_Cloud\DaumCloud\20131220_스마트 협업테이블\01. Images\DL380G7.png" id="77" name="Google Shape;77;p4"/>
          <p:cNvPicPr preferRelativeResize="0"/>
          <p:nvPr/>
        </p:nvPicPr>
        <p:blipFill rotWithShape="1">
          <a:blip r:embed="rId4">
            <a:alphaModFix/>
          </a:blip>
          <a:srcRect b="0" l="0" r="0" t="0"/>
          <a:stretch/>
        </p:blipFill>
        <p:spPr>
          <a:xfrm>
            <a:off x="1397577" y="3615512"/>
            <a:ext cx="940256" cy="458697"/>
          </a:xfrm>
          <a:prstGeom prst="rect">
            <a:avLst/>
          </a:prstGeom>
          <a:noFill/>
          <a:ln>
            <a:noFill/>
          </a:ln>
        </p:spPr>
      </p:pic>
      <p:pic>
        <p:nvPicPr>
          <p:cNvPr descr="D:\Daum_Cloud\DaumCloud\20131220_스마트 협업테이블\01. Images\DL380G7.png" id="78" name="Google Shape;78;p4"/>
          <p:cNvPicPr preferRelativeResize="0"/>
          <p:nvPr/>
        </p:nvPicPr>
        <p:blipFill rotWithShape="1">
          <a:blip r:embed="rId4">
            <a:alphaModFix/>
          </a:blip>
          <a:srcRect b="0" l="0" r="0" t="0"/>
          <a:stretch/>
        </p:blipFill>
        <p:spPr>
          <a:xfrm>
            <a:off x="4464081" y="3568009"/>
            <a:ext cx="940256" cy="458697"/>
          </a:xfrm>
          <a:prstGeom prst="rect">
            <a:avLst/>
          </a:prstGeom>
          <a:noFill/>
          <a:ln>
            <a:noFill/>
          </a:ln>
        </p:spPr>
      </p:pic>
      <p:pic>
        <p:nvPicPr>
          <p:cNvPr id="79" name="Google Shape;79;p4"/>
          <p:cNvPicPr preferRelativeResize="0"/>
          <p:nvPr/>
        </p:nvPicPr>
        <p:blipFill rotWithShape="1">
          <a:blip r:embed="rId5">
            <a:alphaModFix/>
          </a:blip>
          <a:srcRect b="0" l="0" r="0" t="0"/>
          <a:stretch/>
        </p:blipFill>
        <p:spPr>
          <a:xfrm>
            <a:off x="374045" y="3674676"/>
            <a:ext cx="383874" cy="340368"/>
          </a:xfrm>
          <a:prstGeom prst="rect">
            <a:avLst/>
          </a:prstGeom>
          <a:noFill/>
          <a:ln>
            <a:noFill/>
          </a:ln>
        </p:spPr>
      </p:pic>
      <p:pic>
        <p:nvPicPr>
          <p:cNvPr id="80" name="Google Shape;80;p4"/>
          <p:cNvPicPr preferRelativeResize="0"/>
          <p:nvPr/>
        </p:nvPicPr>
        <p:blipFill rotWithShape="1">
          <a:blip r:embed="rId6">
            <a:alphaModFix/>
          </a:blip>
          <a:srcRect b="0" l="0" r="0" t="0"/>
          <a:stretch/>
        </p:blipFill>
        <p:spPr>
          <a:xfrm>
            <a:off x="4600131" y="3098960"/>
            <a:ext cx="639543" cy="639543"/>
          </a:xfrm>
          <a:prstGeom prst="rect">
            <a:avLst/>
          </a:prstGeom>
          <a:noFill/>
          <a:ln>
            <a:noFill/>
          </a:ln>
        </p:spPr>
      </p:pic>
      <p:pic>
        <p:nvPicPr>
          <p:cNvPr id="81" name="Google Shape;81;p4"/>
          <p:cNvPicPr preferRelativeResize="0"/>
          <p:nvPr/>
        </p:nvPicPr>
        <p:blipFill rotWithShape="1">
          <a:blip r:embed="rId7">
            <a:alphaModFix/>
          </a:blip>
          <a:srcRect b="0" l="0" r="0" t="0"/>
          <a:stretch/>
        </p:blipFill>
        <p:spPr>
          <a:xfrm>
            <a:off x="4577611" y="2063224"/>
            <a:ext cx="713197" cy="475465"/>
          </a:xfrm>
          <a:prstGeom prst="rect">
            <a:avLst/>
          </a:prstGeom>
          <a:noFill/>
          <a:ln>
            <a:noFill/>
          </a:ln>
        </p:spPr>
      </p:pic>
      <p:pic>
        <p:nvPicPr>
          <p:cNvPr descr="텍스트, 실외이(가) 표시된 사진&#10;&#10;자동 생성된 설명" id="82" name="Google Shape;82;p4"/>
          <p:cNvPicPr preferRelativeResize="0"/>
          <p:nvPr/>
        </p:nvPicPr>
        <p:blipFill rotWithShape="1">
          <a:blip r:embed="rId8">
            <a:alphaModFix/>
          </a:blip>
          <a:srcRect b="0" l="0" r="0" t="0"/>
          <a:stretch/>
        </p:blipFill>
        <p:spPr>
          <a:xfrm>
            <a:off x="1552432" y="2859996"/>
            <a:ext cx="630545" cy="430900"/>
          </a:xfrm>
          <a:prstGeom prst="rect">
            <a:avLst/>
          </a:prstGeom>
          <a:noFill/>
          <a:ln>
            <a:noFill/>
          </a:ln>
        </p:spPr>
      </p:pic>
      <p:sp>
        <p:nvSpPr>
          <p:cNvPr id="83" name="Google Shape;83;p4"/>
          <p:cNvSpPr/>
          <p:nvPr/>
        </p:nvSpPr>
        <p:spPr>
          <a:xfrm>
            <a:off x="1424576" y="2445660"/>
            <a:ext cx="923400" cy="389100"/>
          </a:xfrm>
          <a:prstGeom prst="roundRect">
            <a:avLst>
              <a:gd fmla="val 16667" name="adj"/>
            </a:avLst>
          </a:prstGeom>
          <a:solidFill>
            <a:schemeClr val="accent1"/>
          </a:solidFill>
          <a:ln cap="flat" cmpd="sng" w="18650">
            <a:solidFill>
              <a:srgbClr val="395E89"/>
            </a:solidFill>
            <a:prstDash val="solid"/>
            <a:round/>
            <a:headEnd len="sm" w="sm" type="none"/>
            <a:tailEnd len="sm" w="sm" type="none"/>
          </a:ln>
        </p:spPr>
        <p:txBody>
          <a:bodyPr anchorCtr="0" anchor="ctr" bIns="33550" lIns="67125" spcFirstLastPara="1" rIns="67125" wrap="square" tIns="33550">
            <a:noAutofit/>
          </a:bodyPr>
          <a:lstStyle/>
          <a:p>
            <a:pPr indent="0" lvl="0" marL="0" marR="0" rtl="0" algn="ctr">
              <a:spcBef>
                <a:spcPts val="0"/>
              </a:spcBef>
              <a:spcAft>
                <a:spcPts val="0"/>
              </a:spcAft>
              <a:buNone/>
            </a:pPr>
            <a:r>
              <a:rPr lang="en-US" sz="807">
                <a:solidFill>
                  <a:schemeClr val="lt1"/>
                </a:solidFill>
                <a:latin typeface="Calibri"/>
                <a:ea typeface="Calibri"/>
                <a:cs typeface="Calibri"/>
                <a:sym typeface="Calibri"/>
              </a:rPr>
              <a:t>Change Detection</a:t>
            </a:r>
            <a:endParaRPr sz="807">
              <a:solidFill>
                <a:schemeClr val="lt1"/>
              </a:solidFill>
              <a:latin typeface="Calibri"/>
              <a:ea typeface="Calibri"/>
              <a:cs typeface="Calibri"/>
              <a:sym typeface="Calibri"/>
            </a:endParaRPr>
          </a:p>
        </p:txBody>
      </p:sp>
      <p:sp>
        <p:nvSpPr>
          <p:cNvPr id="84" name="Google Shape;84;p4"/>
          <p:cNvSpPr/>
          <p:nvPr/>
        </p:nvSpPr>
        <p:spPr>
          <a:xfrm>
            <a:off x="4437520" y="2594939"/>
            <a:ext cx="1004700" cy="576900"/>
          </a:xfrm>
          <a:prstGeom prst="roundRect">
            <a:avLst>
              <a:gd fmla="val 16667" name="adj"/>
            </a:avLst>
          </a:prstGeom>
          <a:solidFill>
            <a:schemeClr val="accent3"/>
          </a:solidFill>
          <a:ln cap="flat" cmpd="sng" w="18650">
            <a:solidFill>
              <a:srgbClr val="718840"/>
            </a:solidFill>
            <a:prstDash val="solid"/>
            <a:round/>
            <a:headEnd len="sm" w="sm" type="none"/>
            <a:tailEnd len="sm" w="sm" type="none"/>
          </a:ln>
        </p:spPr>
        <p:txBody>
          <a:bodyPr anchorCtr="0" anchor="ctr" bIns="33550" lIns="67125" spcFirstLastPara="1" rIns="67125" wrap="square" tIns="33550">
            <a:noAutofit/>
          </a:bodyPr>
          <a:lstStyle/>
          <a:p>
            <a:pPr indent="0" lvl="0" marL="0" marR="0" rtl="0" algn="ctr">
              <a:spcBef>
                <a:spcPts val="0"/>
              </a:spcBef>
              <a:spcAft>
                <a:spcPts val="0"/>
              </a:spcAft>
              <a:buNone/>
            </a:pPr>
            <a:r>
              <a:rPr lang="en-US" sz="807">
                <a:solidFill>
                  <a:schemeClr val="lt1"/>
                </a:solidFill>
                <a:latin typeface="Calibri"/>
                <a:ea typeface="Calibri"/>
                <a:cs typeface="Calibri"/>
                <a:sym typeface="Calibri"/>
              </a:rPr>
              <a:t>Intruder Detection</a:t>
            </a:r>
            <a:endParaRPr sz="1027"/>
          </a:p>
          <a:p>
            <a:pPr indent="0" lvl="0" marL="0" marR="0" rtl="0" algn="ctr">
              <a:spcBef>
                <a:spcPts val="0"/>
              </a:spcBef>
              <a:spcAft>
                <a:spcPts val="0"/>
              </a:spcAft>
              <a:buNone/>
            </a:pPr>
            <a:r>
              <a:rPr lang="en-US" sz="807">
                <a:solidFill>
                  <a:schemeClr val="lt1"/>
                </a:solidFill>
                <a:latin typeface="Calibri"/>
                <a:ea typeface="Calibri"/>
                <a:cs typeface="Calibri"/>
                <a:sym typeface="Calibri"/>
              </a:rPr>
              <a:t>(Django blog)</a:t>
            </a:r>
            <a:endParaRPr sz="807">
              <a:solidFill>
                <a:schemeClr val="lt1"/>
              </a:solidFill>
              <a:latin typeface="Calibri"/>
              <a:ea typeface="Calibri"/>
              <a:cs typeface="Calibri"/>
              <a:sym typeface="Calibri"/>
            </a:endParaRPr>
          </a:p>
        </p:txBody>
      </p:sp>
      <p:pic>
        <p:nvPicPr>
          <p:cNvPr descr="D:\Daum_Cloud\DaumCloud\20131220_스마트 협업테이블\01. Images\Database_3.png" id="85" name="Google Shape;85;p4"/>
          <p:cNvPicPr preferRelativeResize="0"/>
          <p:nvPr/>
        </p:nvPicPr>
        <p:blipFill rotWithShape="1">
          <a:blip r:embed="rId9">
            <a:alphaModFix/>
          </a:blip>
          <a:srcRect b="0" l="0" r="0" t="0"/>
          <a:stretch/>
        </p:blipFill>
        <p:spPr>
          <a:xfrm>
            <a:off x="5513385" y="3171758"/>
            <a:ext cx="436646" cy="493946"/>
          </a:xfrm>
          <a:prstGeom prst="rect">
            <a:avLst/>
          </a:prstGeom>
          <a:noFill/>
          <a:ln>
            <a:noFill/>
          </a:ln>
        </p:spPr>
      </p:pic>
      <p:pic>
        <p:nvPicPr>
          <p:cNvPr id="86" name="Google Shape;86;p4"/>
          <p:cNvPicPr preferRelativeResize="0"/>
          <p:nvPr/>
        </p:nvPicPr>
        <p:blipFill rotWithShape="1">
          <a:blip r:embed="rId10">
            <a:alphaModFix/>
          </a:blip>
          <a:srcRect b="0" l="0" r="0" t="0"/>
          <a:stretch/>
        </p:blipFill>
        <p:spPr>
          <a:xfrm>
            <a:off x="5947187" y="2063224"/>
            <a:ext cx="713197" cy="398944"/>
          </a:xfrm>
          <a:prstGeom prst="rect">
            <a:avLst/>
          </a:prstGeom>
          <a:noFill/>
          <a:ln>
            <a:noFill/>
          </a:ln>
        </p:spPr>
      </p:pic>
      <p:cxnSp>
        <p:nvCxnSpPr>
          <p:cNvPr id="87" name="Google Shape;87;p4"/>
          <p:cNvCxnSpPr>
            <a:stCxn id="79" idx="3"/>
            <a:endCxn id="77" idx="1"/>
          </p:cNvCxnSpPr>
          <p:nvPr/>
        </p:nvCxnSpPr>
        <p:spPr>
          <a:xfrm>
            <a:off x="757919" y="3844860"/>
            <a:ext cx="639600" cy="0"/>
          </a:xfrm>
          <a:prstGeom prst="straightConnector1">
            <a:avLst/>
          </a:prstGeom>
          <a:noFill/>
          <a:ln cap="flat" cmpd="sng" w="7000">
            <a:solidFill>
              <a:srgbClr val="4A7DBA"/>
            </a:solidFill>
            <a:prstDash val="solid"/>
            <a:round/>
            <a:headEnd len="sm" w="sm" type="none"/>
            <a:tailEnd len="med" w="med" type="triangle"/>
          </a:ln>
        </p:spPr>
      </p:cxnSp>
      <p:sp>
        <p:nvSpPr>
          <p:cNvPr id="88" name="Google Shape;88;p4"/>
          <p:cNvSpPr txBox="1"/>
          <p:nvPr/>
        </p:nvSpPr>
        <p:spPr>
          <a:xfrm>
            <a:off x="780839" y="3646845"/>
            <a:ext cx="361200" cy="203400"/>
          </a:xfrm>
          <a:prstGeom prst="rect">
            <a:avLst/>
          </a:prstGeom>
          <a:noFill/>
          <a:ln>
            <a:noFill/>
          </a:ln>
        </p:spPr>
        <p:txBody>
          <a:bodyPr anchorCtr="0" anchor="t" bIns="33550" lIns="67125" spcFirstLastPara="1" rIns="67125" wrap="square" tIns="33550">
            <a:spAutoFit/>
          </a:bodyPr>
          <a:lstStyle/>
          <a:p>
            <a:pPr indent="0" lvl="0" marL="0" marR="0" rtl="0" algn="l">
              <a:spcBef>
                <a:spcPts val="0"/>
              </a:spcBef>
              <a:spcAft>
                <a:spcPts val="0"/>
              </a:spcAft>
              <a:buNone/>
            </a:pPr>
            <a:r>
              <a:rPr lang="en-US" sz="881">
                <a:solidFill>
                  <a:schemeClr val="dk1"/>
                </a:solidFill>
                <a:latin typeface="Calibri"/>
                <a:ea typeface="Calibri"/>
                <a:cs typeface="Calibri"/>
                <a:sym typeface="Calibri"/>
              </a:rPr>
              <a:t>RTSP</a:t>
            </a:r>
            <a:endParaRPr sz="881">
              <a:solidFill>
                <a:schemeClr val="dk1"/>
              </a:solidFill>
              <a:latin typeface="Calibri"/>
              <a:ea typeface="Calibri"/>
              <a:cs typeface="Calibri"/>
              <a:sym typeface="Calibri"/>
            </a:endParaRPr>
          </a:p>
        </p:txBody>
      </p:sp>
      <p:cxnSp>
        <p:nvCxnSpPr>
          <p:cNvPr id="89" name="Google Shape;89;p4"/>
          <p:cNvCxnSpPr>
            <a:stCxn id="83" idx="0"/>
            <a:endCxn id="81" idx="1"/>
          </p:cNvCxnSpPr>
          <p:nvPr/>
        </p:nvCxnSpPr>
        <p:spPr>
          <a:xfrm rot="-5400000">
            <a:off x="3159626" y="1027710"/>
            <a:ext cx="144600" cy="2691300"/>
          </a:xfrm>
          <a:prstGeom prst="bentConnector2">
            <a:avLst/>
          </a:prstGeom>
          <a:noFill/>
          <a:ln cap="flat" cmpd="sng" w="7000">
            <a:solidFill>
              <a:srgbClr val="4A7DBA"/>
            </a:solidFill>
            <a:prstDash val="solid"/>
            <a:round/>
            <a:headEnd len="sm" w="sm" type="none"/>
            <a:tailEnd len="med" w="med" type="triangle"/>
          </a:ln>
        </p:spPr>
      </p:cxnSp>
      <p:cxnSp>
        <p:nvCxnSpPr>
          <p:cNvPr id="90" name="Google Shape;90;p4"/>
          <p:cNvCxnSpPr>
            <a:stCxn id="80" idx="3"/>
            <a:endCxn id="85" idx="1"/>
          </p:cNvCxnSpPr>
          <p:nvPr/>
        </p:nvCxnSpPr>
        <p:spPr>
          <a:xfrm>
            <a:off x="5239673" y="3418731"/>
            <a:ext cx="273600" cy="600"/>
          </a:xfrm>
          <a:prstGeom prst="bentConnector3">
            <a:avLst>
              <a:gd fmla="val 49982" name="adj1"/>
            </a:avLst>
          </a:prstGeom>
          <a:noFill/>
          <a:ln cap="flat" cmpd="sng" w="7000">
            <a:solidFill>
              <a:srgbClr val="4A7DBA"/>
            </a:solidFill>
            <a:prstDash val="solid"/>
            <a:round/>
            <a:headEnd len="med" w="med" type="triangle"/>
            <a:tailEnd len="med" w="med" type="triangle"/>
          </a:ln>
        </p:spPr>
      </p:cxnSp>
      <p:pic>
        <p:nvPicPr>
          <p:cNvPr id="91" name="Google Shape;91;p4"/>
          <p:cNvPicPr preferRelativeResize="0"/>
          <p:nvPr/>
        </p:nvPicPr>
        <p:blipFill rotWithShape="1">
          <a:blip r:embed="rId11">
            <a:alphaModFix/>
          </a:blip>
          <a:srcRect b="0" l="0" r="0" t="0"/>
          <a:stretch/>
        </p:blipFill>
        <p:spPr>
          <a:xfrm>
            <a:off x="7109349" y="2804354"/>
            <a:ext cx="316787" cy="304445"/>
          </a:xfrm>
          <a:prstGeom prst="rect">
            <a:avLst/>
          </a:prstGeom>
          <a:noFill/>
          <a:ln>
            <a:noFill/>
          </a:ln>
        </p:spPr>
      </p:pic>
      <p:pic>
        <p:nvPicPr>
          <p:cNvPr id="92" name="Google Shape;92;p4"/>
          <p:cNvPicPr preferRelativeResize="0"/>
          <p:nvPr/>
        </p:nvPicPr>
        <p:blipFill rotWithShape="1">
          <a:blip r:embed="rId12">
            <a:alphaModFix/>
          </a:blip>
          <a:srcRect b="0" l="0" r="0" t="0"/>
          <a:stretch/>
        </p:blipFill>
        <p:spPr>
          <a:xfrm>
            <a:off x="7064779" y="3126185"/>
            <a:ext cx="405927" cy="304444"/>
          </a:xfrm>
          <a:prstGeom prst="rect">
            <a:avLst/>
          </a:prstGeom>
          <a:noFill/>
          <a:ln>
            <a:noFill/>
          </a:ln>
        </p:spPr>
      </p:pic>
      <p:pic>
        <p:nvPicPr>
          <p:cNvPr id="93" name="Google Shape;93;p4"/>
          <p:cNvPicPr preferRelativeResize="0"/>
          <p:nvPr/>
        </p:nvPicPr>
        <p:blipFill rotWithShape="1">
          <a:blip r:embed="rId13">
            <a:alphaModFix/>
          </a:blip>
          <a:srcRect b="0" l="0" r="0" t="0"/>
          <a:stretch/>
        </p:blipFill>
        <p:spPr>
          <a:xfrm>
            <a:off x="7123124" y="2468345"/>
            <a:ext cx="290528" cy="304446"/>
          </a:xfrm>
          <a:prstGeom prst="rect">
            <a:avLst/>
          </a:prstGeom>
          <a:noFill/>
          <a:ln>
            <a:noFill/>
          </a:ln>
        </p:spPr>
      </p:pic>
      <p:pic>
        <p:nvPicPr>
          <p:cNvPr id="94" name="Google Shape;94;p4"/>
          <p:cNvPicPr preferRelativeResize="0"/>
          <p:nvPr/>
        </p:nvPicPr>
        <p:blipFill rotWithShape="1">
          <a:blip r:embed="rId14">
            <a:alphaModFix/>
          </a:blip>
          <a:srcRect b="0" l="0" r="0" t="0"/>
          <a:stretch/>
        </p:blipFill>
        <p:spPr>
          <a:xfrm>
            <a:off x="7104808" y="2147186"/>
            <a:ext cx="309254" cy="304447"/>
          </a:xfrm>
          <a:prstGeom prst="rect">
            <a:avLst/>
          </a:prstGeom>
          <a:noFill/>
          <a:ln>
            <a:noFill/>
          </a:ln>
        </p:spPr>
      </p:pic>
      <p:pic>
        <p:nvPicPr>
          <p:cNvPr id="95" name="Google Shape;95;p4"/>
          <p:cNvPicPr preferRelativeResize="0"/>
          <p:nvPr/>
        </p:nvPicPr>
        <p:blipFill rotWithShape="1">
          <a:blip r:embed="rId15">
            <a:alphaModFix/>
          </a:blip>
          <a:srcRect b="0" l="0" r="0" t="0"/>
          <a:stretch/>
        </p:blipFill>
        <p:spPr>
          <a:xfrm>
            <a:off x="7796798" y="2468345"/>
            <a:ext cx="484908" cy="484908"/>
          </a:xfrm>
          <a:prstGeom prst="rect">
            <a:avLst/>
          </a:prstGeom>
          <a:noFill/>
          <a:ln>
            <a:noFill/>
          </a:ln>
        </p:spPr>
      </p:pic>
      <p:cxnSp>
        <p:nvCxnSpPr>
          <p:cNvPr id="96" name="Google Shape;96;p4"/>
          <p:cNvCxnSpPr>
            <a:stCxn id="81" idx="3"/>
            <a:endCxn id="94" idx="1"/>
          </p:cNvCxnSpPr>
          <p:nvPr/>
        </p:nvCxnSpPr>
        <p:spPr>
          <a:xfrm flipH="1" rot="10800000">
            <a:off x="5290809" y="2299457"/>
            <a:ext cx="1814100" cy="1500"/>
          </a:xfrm>
          <a:prstGeom prst="bentConnector3">
            <a:avLst>
              <a:gd fmla="val 50000" name="adj1"/>
            </a:avLst>
          </a:prstGeom>
          <a:noFill/>
          <a:ln cap="flat" cmpd="sng" w="7000">
            <a:solidFill>
              <a:srgbClr val="4A7DBA"/>
            </a:solidFill>
            <a:prstDash val="solid"/>
            <a:round/>
            <a:headEnd len="med" w="med" type="triangle"/>
            <a:tailEnd len="med" w="med" type="triangle"/>
          </a:ln>
        </p:spPr>
      </p:cxnSp>
      <p:sp>
        <p:nvSpPr>
          <p:cNvPr id="97" name="Google Shape;97;p4"/>
          <p:cNvSpPr txBox="1"/>
          <p:nvPr/>
        </p:nvSpPr>
        <p:spPr>
          <a:xfrm>
            <a:off x="1915558" y="2086365"/>
            <a:ext cx="909600" cy="203400"/>
          </a:xfrm>
          <a:prstGeom prst="rect">
            <a:avLst/>
          </a:prstGeom>
          <a:noFill/>
          <a:ln>
            <a:noFill/>
          </a:ln>
        </p:spPr>
        <p:txBody>
          <a:bodyPr anchorCtr="0" anchor="t" bIns="33550" lIns="67125" spcFirstLastPara="1" rIns="67125" wrap="square" tIns="33550">
            <a:spAutoFit/>
          </a:bodyPr>
          <a:lstStyle/>
          <a:p>
            <a:pPr indent="0" lvl="0" marL="0" marR="0" rtl="0" algn="l">
              <a:spcBef>
                <a:spcPts val="0"/>
              </a:spcBef>
              <a:spcAft>
                <a:spcPts val="0"/>
              </a:spcAft>
              <a:buNone/>
            </a:pPr>
            <a:r>
              <a:rPr lang="en-US" sz="881">
                <a:solidFill>
                  <a:schemeClr val="dk1"/>
                </a:solidFill>
                <a:latin typeface="Calibri"/>
                <a:ea typeface="Calibri"/>
                <a:cs typeface="Calibri"/>
                <a:sym typeface="Calibri"/>
              </a:rPr>
              <a:t>HTTP/Restful API</a:t>
            </a:r>
            <a:endParaRPr sz="881">
              <a:solidFill>
                <a:schemeClr val="dk1"/>
              </a:solidFill>
              <a:latin typeface="Calibri"/>
              <a:ea typeface="Calibri"/>
              <a:cs typeface="Calibri"/>
              <a:sym typeface="Calibri"/>
            </a:endParaRPr>
          </a:p>
        </p:txBody>
      </p:sp>
      <p:sp>
        <p:nvSpPr>
          <p:cNvPr id="98" name="Google Shape;98;p4"/>
          <p:cNvSpPr txBox="1"/>
          <p:nvPr/>
        </p:nvSpPr>
        <p:spPr>
          <a:xfrm>
            <a:off x="5464042" y="2086364"/>
            <a:ext cx="377400" cy="203400"/>
          </a:xfrm>
          <a:prstGeom prst="rect">
            <a:avLst/>
          </a:prstGeom>
          <a:noFill/>
          <a:ln>
            <a:noFill/>
          </a:ln>
        </p:spPr>
        <p:txBody>
          <a:bodyPr anchorCtr="0" anchor="t" bIns="33550" lIns="67125" spcFirstLastPara="1" rIns="67125" wrap="square" tIns="33550">
            <a:spAutoFit/>
          </a:bodyPr>
          <a:lstStyle/>
          <a:p>
            <a:pPr indent="0" lvl="0" marL="0" marR="0" rtl="0" algn="l">
              <a:spcBef>
                <a:spcPts val="0"/>
              </a:spcBef>
              <a:spcAft>
                <a:spcPts val="0"/>
              </a:spcAft>
              <a:buNone/>
            </a:pPr>
            <a:r>
              <a:rPr lang="en-US" sz="881">
                <a:solidFill>
                  <a:schemeClr val="dk1"/>
                </a:solidFill>
                <a:latin typeface="Calibri"/>
                <a:ea typeface="Calibri"/>
                <a:cs typeface="Calibri"/>
                <a:sym typeface="Calibri"/>
              </a:rPr>
              <a:t>HTTP</a:t>
            </a:r>
            <a:endParaRPr sz="881">
              <a:solidFill>
                <a:schemeClr val="dk1"/>
              </a:solidFill>
              <a:latin typeface="Calibri"/>
              <a:ea typeface="Calibri"/>
              <a:cs typeface="Calibri"/>
              <a:sym typeface="Calibri"/>
            </a:endParaRPr>
          </a:p>
        </p:txBody>
      </p:sp>
      <p:cxnSp>
        <p:nvCxnSpPr>
          <p:cNvPr id="99" name="Google Shape;99;p4"/>
          <p:cNvCxnSpPr>
            <a:stCxn id="84" idx="0"/>
          </p:cNvCxnSpPr>
          <p:nvPr/>
        </p:nvCxnSpPr>
        <p:spPr>
          <a:xfrm rot="10800000">
            <a:off x="4939870" y="2367539"/>
            <a:ext cx="0" cy="227400"/>
          </a:xfrm>
          <a:prstGeom prst="straightConnector1">
            <a:avLst/>
          </a:prstGeom>
          <a:noFill/>
          <a:ln cap="flat" cmpd="sng" w="7000">
            <a:solidFill>
              <a:srgbClr val="4A7DBA"/>
            </a:solidFill>
            <a:prstDash val="solid"/>
            <a:round/>
            <a:headEnd len="med" w="med" type="triangle"/>
            <a:tailEnd len="med" w="med" type="triangle"/>
          </a:ln>
        </p:spPr>
      </p:cxnSp>
      <p:sp>
        <p:nvSpPr>
          <p:cNvPr id="100" name="Google Shape;100;p4"/>
          <p:cNvSpPr txBox="1"/>
          <p:nvPr/>
        </p:nvSpPr>
        <p:spPr>
          <a:xfrm>
            <a:off x="4946088" y="2395681"/>
            <a:ext cx="377400" cy="203400"/>
          </a:xfrm>
          <a:prstGeom prst="rect">
            <a:avLst/>
          </a:prstGeom>
          <a:noFill/>
          <a:ln>
            <a:noFill/>
          </a:ln>
        </p:spPr>
        <p:txBody>
          <a:bodyPr anchorCtr="0" anchor="t" bIns="33550" lIns="67125" spcFirstLastPara="1" rIns="67125" wrap="square" tIns="33550">
            <a:spAutoFit/>
          </a:bodyPr>
          <a:lstStyle/>
          <a:p>
            <a:pPr indent="0" lvl="0" marL="0" marR="0" rtl="0" algn="l">
              <a:spcBef>
                <a:spcPts val="0"/>
              </a:spcBef>
              <a:spcAft>
                <a:spcPts val="0"/>
              </a:spcAft>
              <a:buNone/>
            </a:pPr>
            <a:r>
              <a:rPr lang="en-US" sz="881">
                <a:solidFill>
                  <a:schemeClr val="dk1"/>
                </a:solidFill>
                <a:latin typeface="Calibri"/>
                <a:ea typeface="Calibri"/>
                <a:cs typeface="Calibri"/>
                <a:sym typeface="Calibri"/>
              </a:rPr>
              <a:t>HTTP</a:t>
            </a:r>
            <a:endParaRPr sz="881">
              <a:solidFill>
                <a:schemeClr val="dk1"/>
              </a:solidFill>
              <a:latin typeface="Calibri"/>
              <a:ea typeface="Calibri"/>
              <a:cs typeface="Calibri"/>
              <a:sym typeface="Calibri"/>
            </a:endParaRPr>
          </a:p>
        </p:txBody>
      </p:sp>
      <p:sp>
        <p:nvSpPr>
          <p:cNvPr id="101" name="Google Shape;101;p4"/>
          <p:cNvSpPr/>
          <p:nvPr/>
        </p:nvSpPr>
        <p:spPr>
          <a:xfrm>
            <a:off x="4600408" y="3078644"/>
            <a:ext cx="690300" cy="156300"/>
          </a:xfrm>
          <a:prstGeom prst="roundRect">
            <a:avLst>
              <a:gd fmla="val 16667" name="adj"/>
            </a:avLst>
          </a:prstGeom>
          <a:solidFill>
            <a:schemeClr val="accent1"/>
          </a:solidFill>
          <a:ln cap="flat" cmpd="sng" w="18650">
            <a:solidFill>
              <a:srgbClr val="395E89"/>
            </a:solidFill>
            <a:prstDash val="solid"/>
            <a:round/>
            <a:headEnd len="sm" w="sm" type="none"/>
            <a:tailEnd len="sm" w="sm" type="none"/>
          </a:ln>
        </p:spPr>
        <p:txBody>
          <a:bodyPr anchorCtr="0" anchor="ctr" bIns="33550" lIns="67125" spcFirstLastPara="1" rIns="67125" wrap="square" tIns="33550">
            <a:noAutofit/>
          </a:bodyPr>
          <a:lstStyle/>
          <a:p>
            <a:pPr indent="0" lvl="0" marL="0" marR="0" rtl="0" algn="ctr">
              <a:spcBef>
                <a:spcPts val="0"/>
              </a:spcBef>
              <a:spcAft>
                <a:spcPts val="0"/>
              </a:spcAft>
              <a:buNone/>
            </a:pPr>
            <a:r>
              <a:rPr lang="en-US" sz="734">
                <a:solidFill>
                  <a:schemeClr val="lt1"/>
                </a:solidFill>
                <a:latin typeface="Calibri"/>
                <a:ea typeface="Calibri"/>
                <a:cs typeface="Calibri"/>
                <a:sym typeface="Calibri"/>
              </a:rPr>
              <a:t> Image blog</a:t>
            </a:r>
            <a:endParaRPr sz="734">
              <a:solidFill>
                <a:schemeClr val="lt1"/>
              </a:solidFill>
              <a:latin typeface="Calibri"/>
              <a:ea typeface="Calibri"/>
              <a:cs typeface="Calibri"/>
              <a:sym typeface="Calibri"/>
            </a:endParaRPr>
          </a:p>
        </p:txBody>
      </p:sp>
      <p:sp>
        <p:nvSpPr>
          <p:cNvPr id="102" name="Google Shape;102;p4"/>
          <p:cNvSpPr/>
          <p:nvPr/>
        </p:nvSpPr>
        <p:spPr>
          <a:xfrm>
            <a:off x="4437520" y="2600274"/>
            <a:ext cx="508500" cy="156300"/>
          </a:xfrm>
          <a:prstGeom prst="roundRect">
            <a:avLst>
              <a:gd fmla="val 16667" name="adj"/>
            </a:avLst>
          </a:prstGeom>
          <a:solidFill>
            <a:schemeClr val="accent1"/>
          </a:solidFill>
          <a:ln cap="flat" cmpd="sng" w="18650">
            <a:solidFill>
              <a:srgbClr val="395E89"/>
            </a:solidFill>
            <a:prstDash val="solid"/>
            <a:round/>
            <a:headEnd len="sm" w="sm" type="none"/>
            <a:tailEnd len="sm" w="sm" type="none"/>
          </a:ln>
        </p:spPr>
        <p:txBody>
          <a:bodyPr anchorCtr="0" anchor="ctr" bIns="33550" lIns="67125" spcFirstLastPara="1" rIns="67125" wrap="square" tIns="33550">
            <a:noAutofit/>
          </a:bodyPr>
          <a:lstStyle/>
          <a:p>
            <a:pPr indent="0" lvl="0" marL="0" marR="0" rtl="0" algn="ctr">
              <a:spcBef>
                <a:spcPts val="0"/>
              </a:spcBef>
              <a:spcAft>
                <a:spcPts val="0"/>
              </a:spcAft>
              <a:buNone/>
            </a:pPr>
            <a:r>
              <a:rPr lang="en-US" sz="734">
                <a:solidFill>
                  <a:schemeClr val="lt1"/>
                </a:solidFill>
                <a:latin typeface="Calibri"/>
                <a:ea typeface="Calibri"/>
                <a:cs typeface="Calibri"/>
                <a:sym typeface="Calibri"/>
              </a:rPr>
              <a:t> REST API</a:t>
            </a:r>
            <a:endParaRPr sz="734">
              <a:solidFill>
                <a:schemeClr val="lt1"/>
              </a:solidFill>
              <a:latin typeface="Calibri"/>
              <a:ea typeface="Calibri"/>
              <a:cs typeface="Calibri"/>
              <a:sym typeface="Calibri"/>
            </a:endParaRPr>
          </a:p>
        </p:txBody>
      </p:sp>
      <p:sp>
        <p:nvSpPr>
          <p:cNvPr id="103" name="Google Shape;103;p4"/>
          <p:cNvSpPr txBox="1"/>
          <p:nvPr/>
        </p:nvSpPr>
        <p:spPr>
          <a:xfrm>
            <a:off x="4308507" y="2416095"/>
            <a:ext cx="639000" cy="203400"/>
          </a:xfrm>
          <a:prstGeom prst="rect">
            <a:avLst/>
          </a:prstGeom>
          <a:noFill/>
          <a:ln>
            <a:noFill/>
          </a:ln>
        </p:spPr>
        <p:txBody>
          <a:bodyPr anchorCtr="0" anchor="t" bIns="33550" lIns="67125" spcFirstLastPara="1" rIns="67125" wrap="square" tIns="33550">
            <a:spAutoFit/>
          </a:bodyPr>
          <a:lstStyle/>
          <a:p>
            <a:pPr indent="0" lvl="0" marL="0" marR="0" rtl="0" algn="l">
              <a:spcBef>
                <a:spcPts val="0"/>
              </a:spcBef>
              <a:spcAft>
                <a:spcPts val="0"/>
              </a:spcAft>
              <a:buNone/>
            </a:pPr>
            <a:r>
              <a:rPr lang="en-US" sz="881">
                <a:solidFill>
                  <a:schemeClr val="dk1"/>
                </a:solidFill>
                <a:latin typeface="Calibri"/>
                <a:ea typeface="Calibri"/>
                <a:cs typeface="Calibri"/>
                <a:sym typeface="Calibri"/>
              </a:rPr>
              <a:t>PORT:8000</a:t>
            </a:r>
            <a:endParaRPr sz="881">
              <a:solidFill>
                <a:schemeClr val="dk1"/>
              </a:solidFill>
              <a:latin typeface="Calibri"/>
              <a:ea typeface="Calibri"/>
              <a:cs typeface="Calibri"/>
              <a:sym typeface="Calibri"/>
            </a:endParaRPr>
          </a:p>
        </p:txBody>
      </p:sp>
      <p:sp>
        <p:nvSpPr>
          <p:cNvPr id="104" name="Google Shape;104;p4"/>
          <p:cNvSpPr txBox="1"/>
          <p:nvPr/>
        </p:nvSpPr>
        <p:spPr>
          <a:xfrm>
            <a:off x="4834186" y="2080389"/>
            <a:ext cx="639000" cy="203400"/>
          </a:xfrm>
          <a:prstGeom prst="rect">
            <a:avLst/>
          </a:prstGeom>
          <a:noFill/>
          <a:ln>
            <a:noFill/>
          </a:ln>
        </p:spPr>
        <p:txBody>
          <a:bodyPr anchorCtr="0" anchor="t" bIns="33550" lIns="67125" spcFirstLastPara="1" rIns="67125" wrap="square" tIns="33550">
            <a:spAutoFit/>
          </a:bodyPr>
          <a:lstStyle/>
          <a:p>
            <a:pPr indent="0" lvl="0" marL="0" marR="0" rtl="0" algn="l">
              <a:spcBef>
                <a:spcPts val="0"/>
              </a:spcBef>
              <a:spcAft>
                <a:spcPts val="0"/>
              </a:spcAft>
              <a:buNone/>
            </a:pPr>
            <a:r>
              <a:rPr lang="en-US" sz="881">
                <a:solidFill>
                  <a:schemeClr val="dk1"/>
                </a:solidFill>
                <a:latin typeface="Calibri"/>
                <a:ea typeface="Calibri"/>
                <a:cs typeface="Calibri"/>
                <a:sym typeface="Calibri"/>
              </a:rPr>
              <a:t>PORT:8080</a:t>
            </a:r>
            <a:endParaRPr sz="881">
              <a:solidFill>
                <a:schemeClr val="dk1"/>
              </a:solidFill>
              <a:latin typeface="Calibri"/>
              <a:ea typeface="Calibri"/>
              <a:cs typeface="Calibri"/>
              <a:sym typeface="Calibri"/>
            </a:endParaRPr>
          </a:p>
        </p:txBody>
      </p:sp>
      <p:sp>
        <p:nvSpPr>
          <p:cNvPr id="105" name="Google Shape;105;p4"/>
          <p:cNvSpPr txBox="1"/>
          <p:nvPr/>
        </p:nvSpPr>
        <p:spPr>
          <a:xfrm>
            <a:off x="1308605" y="4049872"/>
            <a:ext cx="1158900" cy="203400"/>
          </a:xfrm>
          <a:prstGeom prst="rect">
            <a:avLst/>
          </a:prstGeom>
          <a:noFill/>
          <a:ln>
            <a:noFill/>
          </a:ln>
        </p:spPr>
        <p:txBody>
          <a:bodyPr anchorCtr="0" anchor="t" bIns="33550" lIns="67125" spcFirstLastPara="1" rIns="67125" wrap="square" tIns="33550">
            <a:spAutoFit/>
          </a:bodyPr>
          <a:lstStyle/>
          <a:p>
            <a:pPr indent="0" lvl="0" marL="0" marR="0" rtl="0" algn="ctr">
              <a:spcBef>
                <a:spcPts val="0"/>
              </a:spcBef>
              <a:spcAft>
                <a:spcPts val="0"/>
              </a:spcAft>
              <a:buNone/>
            </a:pPr>
            <a:r>
              <a:rPr lang="en-US" sz="881">
                <a:solidFill>
                  <a:schemeClr val="dk1"/>
                </a:solidFill>
                <a:latin typeface="Calibri"/>
                <a:ea typeface="Calibri"/>
                <a:cs typeface="Calibri"/>
                <a:sym typeface="Calibri"/>
              </a:rPr>
              <a:t>&lt;EDGE SYSTEM&gt;</a:t>
            </a:r>
            <a:endParaRPr sz="881">
              <a:solidFill>
                <a:schemeClr val="dk1"/>
              </a:solidFill>
              <a:latin typeface="Calibri"/>
              <a:ea typeface="Calibri"/>
              <a:cs typeface="Calibri"/>
              <a:sym typeface="Calibri"/>
            </a:endParaRPr>
          </a:p>
        </p:txBody>
      </p:sp>
      <p:sp>
        <p:nvSpPr>
          <p:cNvPr id="106" name="Google Shape;106;p4"/>
          <p:cNvSpPr txBox="1"/>
          <p:nvPr/>
        </p:nvSpPr>
        <p:spPr>
          <a:xfrm>
            <a:off x="6470724" y="4018258"/>
            <a:ext cx="1577400" cy="203400"/>
          </a:xfrm>
          <a:prstGeom prst="rect">
            <a:avLst/>
          </a:prstGeom>
          <a:noFill/>
          <a:ln>
            <a:noFill/>
          </a:ln>
        </p:spPr>
        <p:txBody>
          <a:bodyPr anchorCtr="0" anchor="t" bIns="33550" lIns="67125" spcFirstLastPara="1" rIns="67125" wrap="square" tIns="33550">
            <a:spAutoFit/>
          </a:bodyPr>
          <a:lstStyle/>
          <a:p>
            <a:pPr indent="0" lvl="0" marL="0" marR="0" rtl="0" algn="ctr">
              <a:spcBef>
                <a:spcPts val="0"/>
              </a:spcBef>
              <a:spcAft>
                <a:spcPts val="0"/>
              </a:spcAft>
              <a:buNone/>
            </a:pPr>
            <a:r>
              <a:rPr lang="en-US" sz="881">
                <a:solidFill>
                  <a:schemeClr val="dk1"/>
                </a:solidFill>
                <a:latin typeface="Calibri"/>
                <a:ea typeface="Calibri"/>
                <a:cs typeface="Calibri"/>
                <a:sym typeface="Calibri"/>
              </a:rPr>
              <a:t>&lt;CLIENT&gt;</a:t>
            </a:r>
            <a:endParaRPr sz="881">
              <a:solidFill>
                <a:schemeClr val="dk1"/>
              </a:solidFill>
              <a:latin typeface="Calibri"/>
              <a:ea typeface="Calibri"/>
              <a:cs typeface="Calibri"/>
              <a:sym typeface="Calibri"/>
            </a:endParaRPr>
          </a:p>
        </p:txBody>
      </p:sp>
      <p:pic>
        <p:nvPicPr>
          <p:cNvPr id="107" name="Google Shape;107;p4"/>
          <p:cNvPicPr preferRelativeResize="0"/>
          <p:nvPr/>
        </p:nvPicPr>
        <p:blipFill rotWithShape="1">
          <a:blip r:embed="rId16">
            <a:alphaModFix/>
          </a:blip>
          <a:srcRect b="0" l="0" r="0" t="0"/>
          <a:stretch/>
        </p:blipFill>
        <p:spPr>
          <a:xfrm>
            <a:off x="7101041" y="3471469"/>
            <a:ext cx="316788" cy="322986"/>
          </a:xfrm>
          <a:prstGeom prst="rect">
            <a:avLst/>
          </a:prstGeom>
          <a:noFill/>
          <a:ln>
            <a:noFill/>
          </a:ln>
        </p:spPr>
      </p:pic>
      <p:pic>
        <p:nvPicPr>
          <p:cNvPr id="108" name="Google Shape;108;p4"/>
          <p:cNvPicPr preferRelativeResize="0"/>
          <p:nvPr/>
        </p:nvPicPr>
        <p:blipFill rotWithShape="1">
          <a:blip r:embed="rId17">
            <a:alphaModFix/>
          </a:blip>
          <a:srcRect b="0" l="0" r="0" t="0"/>
          <a:stretch/>
        </p:blipFill>
        <p:spPr>
          <a:xfrm>
            <a:off x="175048" y="3083129"/>
            <a:ext cx="713261" cy="493578"/>
          </a:xfrm>
          <a:prstGeom prst="rect">
            <a:avLst/>
          </a:prstGeom>
          <a:noFill/>
          <a:ln>
            <a:noFill/>
          </a:ln>
        </p:spPr>
      </p:pic>
      <p:cxnSp>
        <p:nvCxnSpPr>
          <p:cNvPr id="109" name="Google Shape;109;p4"/>
          <p:cNvCxnSpPr>
            <a:endCxn id="77" idx="1"/>
          </p:cNvCxnSpPr>
          <p:nvPr/>
        </p:nvCxnSpPr>
        <p:spPr>
          <a:xfrm>
            <a:off x="727377" y="3331260"/>
            <a:ext cx="670200" cy="513600"/>
          </a:xfrm>
          <a:prstGeom prst="straightConnector1">
            <a:avLst/>
          </a:prstGeom>
          <a:noFill/>
          <a:ln cap="flat" cmpd="sng" w="7000">
            <a:solidFill>
              <a:srgbClr val="4A7DBA"/>
            </a:solidFill>
            <a:prstDash val="solid"/>
            <a:round/>
            <a:headEnd len="sm" w="sm" type="none"/>
            <a:tailEnd len="med" w="med" type="triangle"/>
          </a:ln>
        </p:spPr>
      </p:cxnSp>
      <p:sp>
        <p:nvSpPr>
          <p:cNvPr id="110" name="Google Shape;110;p4"/>
          <p:cNvSpPr txBox="1"/>
          <p:nvPr/>
        </p:nvSpPr>
        <p:spPr>
          <a:xfrm>
            <a:off x="761978" y="3221527"/>
            <a:ext cx="347400" cy="203400"/>
          </a:xfrm>
          <a:prstGeom prst="rect">
            <a:avLst/>
          </a:prstGeom>
          <a:noFill/>
          <a:ln>
            <a:noFill/>
          </a:ln>
        </p:spPr>
        <p:txBody>
          <a:bodyPr anchorCtr="0" anchor="t" bIns="33550" lIns="67125" spcFirstLastPara="1" rIns="67125" wrap="square" tIns="33550">
            <a:spAutoFit/>
          </a:bodyPr>
          <a:lstStyle/>
          <a:p>
            <a:pPr indent="0" lvl="0" marL="0" marR="0" rtl="0" algn="l">
              <a:spcBef>
                <a:spcPts val="0"/>
              </a:spcBef>
              <a:spcAft>
                <a:spcPts val="0"/>
              </a:spcAft>
              <a:buNone/>
            </a:pPr>
            <a:r>
              <a:rPr lang="en-US" sz="881">
                <a:solidFill>
                  <a:schemeClr val="dk1"/>
                </a:solidFill>
                <a:latin typeface="Calibri"/>
                <a:ea typeface="Calibri"/>
                <a:cs typeface="Calibri"/>
                <a:sym typeface="Calibri"/>
              </a:rPr>
              <a:t> USB</a:t>
            </a:r>
            <a:endParaRPr sz="881">
              <a:solidFill>
                <a:schemeClr val="dk1"/>
              </a:solidFill>
              <a:latin typeface="Calibri"/>
              <a:ea typeface="Calibri"/>
              <a:cs typeface="Calibri"/>
              <a:sym typeface="Calibri"/>
            </a:endParaRPr>
          </a:p>
        </p:txBody>
      </p:sp>
      <p:pic>
        <p:nvPicPr>
          <p:cNvPr id="111" name="Google Shape;111;p4"/>
          <p:cNvPicPr preferRelativeResize="0"/>
          <p:nvPr/>
        </p:nvPicPr>
        <p:blipFill rotWithShape="1">
          <a:blip r:embed="rId18">
            <a:alphaModFix/>
          </a:blip>
          <a:srcRect b="0" l="0" r="0" t="0"/>
          <a:stretch/>
        </p:blipFill>
        <p:spPr>
          <a:xfrm>
            <a:off x="1323925" y="3509548"/>
            <a:ext cx="585837" cy="173004"/>
          </a:xfrm>
          <a:prstGeom prst="rect">
            <a:avLst/>
          </a:prstGeom>
          <a:noFill/>
          <a:ln>
            <a:noFill/>
          </a:ln>
        </p:spPr>
      </p:pic>
      <p:pic>
        <p:nvPicPr>
          <p:cNvPr id="112" name="Google Shape;112;p4"/>
          <p:cNvPicPr preferRelativeResize="0"/>
          <p:nvPr/>
        </p:nvPicPr>
        <p:blipFill rotWithShape="1">
          <a:blip r:embed="rId19">
            <a:alphaModFix/>
          </a:blip>
          <a:srcRect b="0" l="0" r="0" t="0"/>
          <a:stretch/>
        </p:blipFill>
        <p:spPr>
          <a:xfrm>
            <a:off x="1483042" y="3218503"/>
            <a:ext cx="769325" cy="240245"/>
          </a:xfrm>
          <a:prstGeom prst="rect">
            <a:avLst/>
          </a:prstGeom>
          <a:noFill/>
          <a:ln>
            <a:noFill/>
          </a:ln>
        </p:spPr>
      </p:pic>
      <p:pic>
        <p:nvPicPr>
          <p:cNvPr id="113" name="Google Shape;113;p4"/>
          <p:cNvPicPr preferRelativeResize="0"/>
          <p:nvPr/>
        </p:nvPicPr>
        <p:blipFill rotWithShape="1">
          <a:blip r:embed="rId20">
            <a:alphaModFix/>
          </a:blip>
          <a:srcRect b="0" l="0" r="0" t="0"/>
          <a:stretch/>
        </p:blipFill>
        <p:spPr>
          <a:xfrm>
            <a:off x="1981215" y="3618908"/>
            <a:ext cx="447606" cy="119596"/>
          </a:xfrm>
          <a:prstGeom prst="rect">
            <a:avLst/>
          </a:prstGeom>
          <a:noFill/>
          <a:ln>
            <a:noFill/>
          </a:ln>
        </p:spPr>
      </p:pic>
      <p:pic>
        <p:nvPicPr>
          <p:cNvPr id="114" name="Google Shape;114;p4"/>
          <p:cNvPicPr preferRelativeResize="0"/>
          <p:nvPr/>
        </p:nvPicPr>
        <p:blipFill rotWithShape="1">
          <a:blip r:embed="rId21">
            <a:alphaModFix/>
          </a:blip>
          <a:srcRect b="0" l="0" r="0" t="0"/>
          <a:stretch/>
        </p:blipFill>
        <p:spPr>
          <a:xfrm>
            <a:off x="1942394" y="3379482"/>
            <a:ext cx="525248" cy="262624"/>
          </a:xfrm>
          <a:prstGeom prst="rect">
            <a:avLst/>
          </a:prstGeom>
          <a:noFill/>
          <a:ln>
            <a:noFill/>
          </a:ln>
        </p:spPr>
      </p:pic>
      <p:sp>
        <p:nvSpPr>
          <p:cNvPr id="115" name="Google Shape;115;p4"/>
          <p:cNvSpPr txBox="1"/>
          <p:nvPr/>
        </p:nvSpPr>
        <p:spPr>
          <a:xfrm>
            <a:off x="4385236" y="4018258"/>
            <a:ext cx="1577400" cy="203400"/>
          </a:xfrm>
          <a:prstGeom prst="rect">
            <a:avLst/>
          </a:prstGeom>
          <a:noFill/>
          <a:ln>
            <a:noFill/>
          </a:ln>
        </p:spPr>
        <p:txBody>
          <a:bodyPr anchorCtr="0" anchor="t" bIns="33550" lIns="67125" spcFirstLastPara="1" rIns="67125" wrap="square" tIns="33550">
            <a:spAutoFit/>
          </a:bodyPr>
          <a:lstStyle/>
          <a:p>
            <a:pPr indent="0" lvl="0" marL="0" marR="0" rtl="0" algn="ctr">
              <a:spcBef>
                <a:spcPts val="0"/>
              </a:spcBef>
              <a:spcAft>
                <a:spcPts val="0"/>
              </a:spcAft>
              <a:buNone/>
            </a:pPr>
            <a:r>
              <a:rPr lang="en-US" sz="881">
                <a:solidFill>
                  <a:schemeClr val="dk1"/>
                </a:solidFill>
                <a:latin typeface="Calibri"/>
                <a:ea typeface="Calibri"/>
                <a:cs typeface="Calibri"/>
                <a:sym typeface="Calibri"/>
              </a:rPr>
              <a:t>&lt;SERVICE SYSTEM&gt;</a:t>
            </a:r>
            <a:endParaRPr sz="881">
              <a:solidFill>
                <a:schemeClr val="dk1"/>
              </a:solidFill>
              <a:latin typeface="Calibri"/>
              <a:ea typeface="Calibri"/>
              <a:cs typeface="Calibri"/>
              <a:sym typeface="Calibri"/>
            </a:endParaRPr>
          </a:p>
        </p:txBody>
      </p:sp>
      <p:sp>
        <p:nvSpPr>
          <p:cNvPr id="116" name="Google Shape;116;p4"/>
          <p:cNvSpPr/>
          <p:nvPr/>
        </p:nvSpPr>
        <p:spPr>
          <a:xfrm>
            <a:off x="6098275" y="5327350"/>
            <a:ext cx="2833200" cy="965100"/>
          </a:xfrm>
          <a:prstGeom prst="rect">
            <a:avLst/>
          </a:prstGeom>
          <a:noFill/>
          <a:ln cap="flat" cmpd="sng" w="38100">
            <a:solidFill>
              <a:srgbClr val="EC118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500">
              <a:solidFill>
                <a:srgbClr val="EC118F"/>
              </a:solidFill>
            </a:endParaRPr>
          </a:p>
        </p:txBody>
      </p:sp>
      <p:sp>
        <p:nvSpPr>
          <p:cNvPr id="117" name="Google Shape;117;p4"/>
          <p:cNvSpPr/>
          <p:nvPr/>
        </p:nvSpPr>
        <p:spPr>
          <a:xfrm>
            <a:off x="318100" y="4464775"/>
            <a:ext cx="1286700" cy="709800"/>
          </a:xfrm>
          <a:prstGeom prst="can">
            <a:avLst>
              <a:gd fmla="val 25000" name="adj"/>
            </a:avLst>
          </a:prstGeom>
          <a:noFill/>
          <a:ln cap="flat" cmpd="sng" w="38100">
            <a:solidFill>
              <a:srgbClr val="7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500">
                <a:solidFill>
                  <a:srgbClr val="7F00FF"/>
                </a:solidFill>
              </a:rPr>
              <a:t>White List</a:t>
            </a:r>
            <a:endParaRPr b="1" sz="1500">
              <a:solidFill>
                <a:srgbClr val="7F00FF"/>
              </a:solidFill>
            </a:endParaRPr>
          </a:p>
        </p:txBody>
      </p:sp>
      <p:sp>
        <p:nvSpPr>
          <p:cNvPr id="118" name="Google Shape;118;p4"/>
          <p:cNvSpPr/>
          <p:nvPr/>
        </p:nvSpPr>
        <p:spPr>
          <a:xfrm>
            <a:off x="2630988" y="2829148"/>
            <a:ext cx="1580094" cy="898506"/>
          </a:xfrm>
          <a:prstGeom prst="flowChartMultidocument">
            <a:avLst/>
          </a:prstGeom>
          <a:noFill/>
          <a:ln cap="flat" cmpd="sng" w="38100">
            <a:solidFill>
              <a:srgbClr val="7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500">
                <a:solidFill>
                  <a:srgbClr val="7F00FF"/>
                </a:solidFill>
              </a:rPr>
              <a:t>Piggy-back</a:t>
            </a:r>
            <a:endParaRPr b="1" sz="1500">
              <a:solidFill>
                <a:srgbClr val="7F00FF"/>
              </a:solidFill>
            </a:endParaRPr>
          </a:p>
          <a:p>
            <a:pPr indent="0" lvl="0" marL="0" marR="0" rtl="0" algn="ctr">
              <a:lnSpc>
                <a:spcPct val="100000"/>
              </a:lnSpc>
              <a:spcBef>
                <a:spcPts val="0"/>
              </a:spcBef>
              <a:spcAft>
                <a:spcPts val="0"/>
              </a:spcAft>
              <a:buNone/>
            </a:pPr>
            <a:r>
              <a:rPr b="1" lang="en-US" sz="1500">
                <a:solidFill>
                  <a:srgbClr val="7F00FF"/>
                </a:solidFill>
              </a:rPr>
              <a:t>데이터</a:t>
            </a:r>
            <a:endParaRPr b="1" sz="1500">
              <a:solidFill>
                <a:srgbClr val="7F00FF"/>
              </a:solidFill>
            </a:endParaRPr>
          </a:p>
        </p:txBody>
      </p:sp>
      <p:sp>
        <p:nvSpPr>
          <p:cNvPr id="119" name="Google Shape;119;p4"/>
          <p:cNvSpPr/>
          <p:nvPr/>
        </p:nvSpPr>
        <p:spPr>
          <a:xfrm>
            <a:off x="318100" y="5327350"/>
            <a:ext cx="1286700" cy="709800"/>
          </a:xfrm>
          <a:prstGeom prst="can">
            <a:avLst>
              <a:gd fmla="val 25000" name="adj"/>
            </a:avLst>
          </a:prstGeom>
          <a:noFill/>
          <a:ln cap="flat" cmpd="sng" w="38100">
            <a:solidFill>
              <a:srgbClr val="7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500">
                <a:solidFill>
                  <a:srgbClr val="7F00FF"/>
                </a:solidFill>
              </a:rPr>
              <a:t>Black </a:t>
            </a:r>
            <a:r>
              <a:rPr b="1" lang="en-US" sz="1500">
                <a:solidFill>
                  <a:srgbClr val="7F00FF"/>
                </a:solidFill>
              </a:rPr>
              <a:t>List</a:t>
            </a:r>
            <a:endParaRPr b="1" sz="1500">
              <a:solidFill>
                <a:srgbClr val="7F00FF"/>
              </a:solidFill>
            </a:endParaRPr>
          </a:p>
        </p:txBody>
      </p:sp>
      <p:cxnSp>
        <p:nvCxnSpPr>
          <p:cNvPr id="120" name="Google Shape;120;p4"/>
          <p:cNvCxnSpPr>
            <a:stCxn id="118" idx="0"/>
          </p:cNvCxnSpPr>
          <p:nvPr/>
        </p:nvCxnSpPr>
        <p:spPr>
          <a:xfrm flipH="1" rot="10800000">
            <a:off x="3529739" y="2313148"/>
            <a:ext cx="12300" cy="516000"/>
          </a:xfrm>
          <a:prstGeom prst="straightConnector1">
            <a:avLst/>
          </a:prstGeom>
          <a:noFill/>
          <a:ln cap="flat" cmpd="sng" w="38100">
            <a:solidFill>
              <a:srgbClr val="7F00FF"/>
            </a:solidFill>
            <a:prstDash val="solid"/>
            <a:round/>
            <a:headEnd len="med" w="med" type="none"/>
            <a:tailEnd len="med" w="med" type="triangle"/>
          </a:ln>
        </p:spPr>
      </p:cxnSp>
      <p:cxnSp>
        <p:nvCxnSpPr>
          <p:cNvPr id="121" name="Google Shape;121;p4"/>
          <p:cNvCxnSpPr/>
          <p:nvPr/>
        </p:nvCxnSpPr>
        <p:spPr>
          <a:xfrm rot="10800000">
            <a:off x="1954700" y="4264400"/>
            <a:ext cx="0" cy="1487700"/>
          </a:xfrm>
          <a:prstGeom prst="straightConnector1">
            <a:avLst/>
          </a:prstGeom>
          <a:noFill/>
          <a:ln cap="flat" cmpd="sng" w="38100">
            <a:solidFill>
              <a:srgbClr val="7F00FF"/>
            </a:solidFill>
            <a:prstDash val="solid"/>
            <a:round/>
            <a:headEnd len="med" w="med" type="none"/>
            <a:tailEnd len="med" w="med" type="triangle"/>
          </a:ln>
        </p:spPr>
      </p:cxnSp>
      <p:cxnSp>
        <p:nvCxnSpPr>
          <p:cNvPr id="122" name="Google Shape;122;p4"/>
          <p:cNvCxnSpPr>
            <a:stCxn id="117" idx="4"/>
          </p:cNvCxnSpPr>
          <p:nvPr/>
        </p:nvCxnSpPr>
        <p:spPr>
          <a:xfrm>
            <a:off x="1604800" y="4819675"/>
            <a:ext cx="341400" cy="0"/>
          </a:xfrm>
          <a:prstGeom prst="straightConnector1">
            <a:avLst/>
          </a:prstGeom>
          <a:noFill/>
          <a:ln cap="flat" cmpd="sng" w="38100">
            <a:solidFill>
              <a:srgbClr val="7F00FF"/>
            </a:solidFill>
            <a:prstDash val="solid"/>
            <a:round/>
            <a:headEnd len="med" w="med" type="none"/>
            <a:tailEnd len="med" w="med" type="none"/>
          </a:ln>
        </p:spPr>
      </p:cxnSp>
      <p:cxnSp>
        <p:nvCxnSpPr>
          <p:cNvPr id="123" name="Google Shape;123;p4"/>
          <p:cNvCxnSpPr/>
          <p:nvPr/>
        </p:nvCxnSpPr>
        <p:spPr>
          <a:xfrm>
            <a:off x="1604800" y="5731731"/>
            <a:ext cx="341400" cy="0"/>
          </a:xfrm>
          <a:prstGeom prst="straightConnector1">
            <a:avLst/>
          </a:prstGeom>
          <a:noFill/>
          <a:ln cap="flat" cmpd="sng" w="38100">
            <a:solidFill>
              <a:srgbClr val="7F00FF"/>
            </a:solidFill>
            <a:prstDash val="solid"/>
            <a:round/>
            <a:headEnd len="med" w="med" type="none"/>
            <a:tailEnd len="med" w="med" type="none"/>
          </a:ln>
        </p:spPr>
      </p:cxnSp>
      <p:sp>
        <p:nvSpPr>
          <p:cNvPr id="124" name="Google Shape;124;p4"/>
          <p:cNvSpPr txBox="1"/>
          <p:nvPr/>
        </p:nvSpPr>
        <p:spPr>
          <a:xfrm>
            <a:off x="4731300" y="6390938"/>
            <a:ext cx="26913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500">
                <a:solidFill>
                  <a:srgbClr val="EC118F"/>
                </a:solidFill>
              </a:rPr>
              <a:t>&lt;Analysis System&gt;</a:t>
            </a:r>
            <a:endParaRPr/>
          </a:p>
        </p:txBody>
      </p:sp>
      <p:pic>
        <p:nvPicPr>
          <p:cNvPr id="125" name="Google Shape;125;p4"/>
          <p:cNvPicPr preferRelativeResize="0"/>
          <p:nvPr/>
        </p:nvPicPr>
        <p:blipFill>
          <a:blip r:embed="rId22">
            <a:alphaModFix/>
          </a:blip>
          <a:stretch>
            <a:fillRect/>
          </a:stretch>
        </p:blipFill>
        <p:spPr>
          <a:xfrm>
            <a:off x="6207075" y="5554593"/>
            <a:ext cx="1133700" cy="612198"/>
          </a:xfrm>
          <a:prstGeom prst="rect">
            <a:avLst/>
          </a:prstGeom>
          <a:noFill/>
          <a:ln>
            <a:noFill/>
          </a:ln>
        </p:spPr>
      </p:pic>
      <p:sp>
        <p:nvSpPr>
          <p:cNvPr id="126" name="Google Shape;126;p4"/>
          <p:cNvSpPr txBox="1"/>
          <p:nvPr/>
        </p:nvSpPr>
        <p:spPr>
          <a:xfrm>
            <a:off x="3372975" y="4847813"/>
            <a:ext cx="23583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500">
                <a:solidFill>
                  <a:srgbClr val="EC118F"/>
                </a:solidFill>
              </a:rPr>
              <a:t>메타 데이터 분석 모듈</a:t>
            </a:r>
            <a:endParaRPr/>
          </a:p>
        </p:txBody>
      </p:sp>
      <p:pic>
        <p:nvPicPr>
          <p:cNvPr id="127" name="Google Shape;127;p4"/>
          <p:cNvPicPr preferRelativeResize="0"/>
          <p:nvPr/>
        </p:nvPicPr>
        <p:blipFill>
          <a:blip r:embed="rId23">
            <a:alphaModFix/>
          </a:blip>
          <a:stretch>
            <a:fillRect/>
          </a:stretch>
        </p:blipFill>
        <p:spPr>
          <a:xfrm>
            <a:off x="7499425" y="5701200"/>
            <a:ext cx="1286700" cy="319010"/>
          </a:xfrm>
          <a:prstGeom prst="rect">
            <a:avLst/>
          </a:prstGeom>
          <a:noFill/>
          <a:ln>
            <a:noFill/>
          </a:ln>
        </p:spPr>
      </p:pic>
      <p:sp>
        <p:nvSpPr>
          <p:cNvPr id="128" name="Google Shape;128;p4"/>
          <p:cNvSpPr/>
          <p:nvPr/>
        </p:nvSpPr>
        <p:spPr>
          <a:xfrm>
            <a:off x="3135513" y="5327350"/>
            <a:ext cx="2833200" cy="965100"/>
          </a:xfrm>
          <a:prstGeom prst="rect">
            <a:avLst/>
          </a:prstGeom>
          <a:noFill/>
          <a:ln cap="flat" cmpd="sng" w="38100">
            <a:solidFill>
              <a:srgbClr val="EC118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500">
              <a:solidFill>
                <a:srgbClr val="EC118F"/>
              </a:solidFill>
            </a:endParaRPr>
          </a:p>
        </p:txBody>
      </p:sp>
      <p:pic>
        <p:nvPicPr>
          <p:cNvPr id="129" name="Google Shape;129;p4"/>
          <p:cNvPicPr preferRelativeResize="0"/>
          <p:nvPr/>
        </p:nvPicPr>
        <p:blipFill>
          <a:blip r:embed="rId22">
            <a:alphaModFix/>
          </a:blip>
          <a:stretch>
            <a:fillRect/>
          </a:stretch>
        </p:blipFill>
        <p:spPr>
          <a:xfrm>
            <a:off x="3284675" y="5503793"/>
            <a:ext cx="1133700" cy="612198"/>
          </a:xfrm>
          <a:prstGeom prst="rect">
            <a:avLst/>
          </a:prstGeom>
          <a:noFill/>
          <a:ln>
            <a:noFill/>
          </a:ln>
        </p:spPr>
      </p:pic>
      <p:pic>
        <p:nvPicPr>
          <p:cNvPr id="130" name="Google Shape;130;p4"/>
          <p:cNvPicPr preferRelativeResize="0"/>
          <p:nvPr/>
        </p:nvPicPr>
        <p:blipFill>
          <a:blip r:embed="rId24">
            <a:alphaModFix/>
          </a:blip>
          <a:stretch>
            <a:fillRect/>
          </a:stretch>
        </p:blipFill>
        <p:spPr>
          <a:xfrm>
            <a:off x="4560710" y="5889470"/>
            <a:ext cx="1345728" cy="322975"/>
          </a:xfrm>
          <a:prstGeom prst="rect">
            <a:avLst/>
          </a:prstGeom>
          <a:noFill/>
          <a:ln>
            <a:noFill/>
          </a:ln>
        </p:spPr>
      </p:pic>
      <p:pic>
        <p:nvPicPr>
          <p:cNvPr id="131" name="Google Shape;131;p4"/>
          <p:cNvPicPr preferRelativeResize="0"/>
          <p:nvPr/>
        </p:nvPicPr>
        <p:blipFill>
          <a:blip r:embed="rId25">
            <a:alphaModFix/>
          </a:blip>
          <a:stretch>
            <a:fillRect/>
          </a:stretch>
        </p:blipFill>
        <p:spPr>
          <a:xfrm>
            <a:off x="4788200" y="5391400"/>
            <a:ext cx="940248" cy="423112"/>
          </a:xfrm>
          <a:prstGeom prst="rect">
            <a:avLst/>
          </a:prstGeom>
          <a:noFill/>
          <a:ln>
            <a:noFill/>
          </a:ln>
        </p:spPr>
      </p:pic>
      <p:sp>
        <p:nvSpPr>
          <p:cNvPr id="132" name="Google Shape;132;p4"/>
          <p:cNvSpPr txBox="1"/>
          <p:nvPr/>
        </p:nvSpPr>
        <p:spPr>
          <a:xfrm>
            <a:off x="6335725" y="4847813"/>
            <a:ext cx="23583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500">
                <a:solidFill>
                  <a:srgbClr val="EC118F"/>
                </a:solidFill>
              </a:rPr>
              <a:t>인물 분석 모듈</a:t>
            </a:r>
            <a:endParaRPr/>
          </a:p>
        </p:txBody>
      </p:sp>
      <p:cxnSp>
        <p:nvCxnSpPr>
          <p:cNvPr id="133" name="Google Shape;133;p4"/>
          <p:cNvCxnSpPr>
            <a:endCxn id="115" idx="2"/>
          </p:cNvCxnSpPr>
          <p:nvPr/>
        </p:nvCxnSpPr>
        <p:spPr>
          <a:xfrm rot="10800000">
            <a:off x="5173936" y="4221658"/>
            <a:ext cx="0" cy="497700"/>
          </a:xfrm>
          <a:prstGeom prst="straightConnector1">
            <a:avLst/>
          </a:prstGeom>
          <a:noFill/>
          <a:ln cap="flat" cmpd="sng" w="19050">
            <a:solidFill>
              <a:srgbClr val="EC118F"/>
            </a:solidFill>
            <a:prstDash val="solid"/>
            <a:round/>
            <a:headEnd len="med" w="med" type="triangl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5"/>
          <p:cNvSpPr txBox="1"/>
          <p:nvPr/>
        </p:nvSpPr>
        <p:spPr>
          <a:xfrm>
            <a:off x="1208504" y="6486875"/>
            <a:ext cx="1705610"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400">
                <a:solidFill>
                  <a:srgbClr val="1F497D"/>
                </a:solidFill>
                <a:latin typeface="Times New Roman"/>
                <a:ea typeface="Times New Roman"/>
                <a:cs typeface="Times New Roman"/>
                <a:sym typeface="Times New Roman"/>
              </a:rPr>
              <a:t>Image Processing Lab</a:t>
            </a:r>
            <a:endParaRPr sz="1400">
              <a:solidFill>
                <a:schemeClr val="dk1"/>
              </a:solidFill>
              <a:latin typeface="Times New Roman"/>
              <a:ea typeface="Times New Roman"/>
              <a:cs typeface="Times New Roman"/>
              <a:sym typeface="Times New Roman"/>
            </a:endParaRPr>
          </a:p>
        </p:txBody>
      </p:sp>
      <p:sp>
        <p:nvSpPr>
          <p:cNvPr id="139" name="Google Shape;139;p5"/>
          <p:cNvSpPr txBox="1"/>
          <p:nvPr>
            <p:ph type="title"/>
          </p:nvPr>
        </p:nvSpPr>
        <p:spPr>
          <a:xfrm>
            <a:off x="574040" y="609888"/>
            <a:ext cx="1090930" cy="33083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latin typeface="Times New Roman"/>
                <a:ea typeface="Times New Roman"/>
                <a:cs typeface="Times New Roman"/>
                <a:sym typeface="Times New Roman"/>
              </a:rPr>
              <a:t>목적</a:t>
            </a:r>
            <a:endParaRPr/>
          </a:p>
        </p:txBody>
      </p:sp>
      <p:sp>
        <p:nvSpPr>
          <p:cNvPr id="140" name="Google Shape;140;p5"/>
          <p:cNvSpPr txBox="1"/>
          <p:nvPr/>
        </p:nvSpPr>
        <p:spPr>
          <a:xfrm>
            <a:off x="574040" y="1124817"/>
            <a:ext cx="8080500" cy="5754900"/>
          </a:xfrm>
          <a:prstGeom prst="rect">
            <a:avLst/>
          </a:prstGeom>
          <a:noFill/>
          <a:ln>
            <a:noFill/>
          </a:ln>
        </p:spPr>
        <p:txBody>
          <a:bodyPr anchorCtr="0" anchor="t" bIns="0" lIns="0" spcFirstLastPara="1" rIns="0" wrap="square" tIns="13325">
            <a:spAutoFit/>
          </a:bodyPr>
          <a:lstStyle/>
          <a:p>
            <a:pPr indent="-355600" lvl="0" marL="457200" rtl="0" algn="l">
              <a:spcBef>
                <a:spcPts val="0"/>
              </a:spcBef>
              <a:spcAft>
                <a:spcPts val="0"/>
              </a:spcAft>
              <a:buClr>
                <a:srgbClr val="558ED5"/>
              </a:buClr>
              <a:buSzPts val="2000"/>
              <a:buFont typeface="Noto Sans Symbols"/>
              <a:buChar char="❖"/>
            </a:pPr>
            <a:r>
              <a:rPr lang="en-US" sz="2000">
                <a:solidFill>
                  <a:srgbClr val="558ED5"/>
                </a:solidFill>
                <a:latin typeface="Calibri"/>
                <a:ea typeface="Calibri"/>
                <a:cs typeface="Calibri"/>
                <a:sym typeface="Calibri"/>
              </a:rPr>
              <a:t>AI 기반 객체 탐지</a:t>
            </a:r>
            <a:endParaRPr sz="2000">
              <a:solidFill>
                <a:schemeClr val="dk1"/>
              </a:solidFill>
              <a:latin typeface="Calibri"/>
              <a:ea typeface="Calibri"/>
              <a:cs typeface="Calibri"/>
              <a:sym typeface="Calibri"/>
            </a:endParaRPr>
          </a:p>
          <a:p>
            <a:pPr indent="-323850" lvl="1" marL="9144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YOLOv5를 활용하여 실시간으로 객체(사람 등)를 탐지하고, 상태 변화가 발생했을 때만 데이터를 전송하여 효율적인 감시 시스템을 구현한다.</a:t>
            </a:r>
            <a:endParaRPr sz="1500">
              <a:solidFill>
                <a:schemeClr val="dk1"/>
              </a:solidFill>
              <a:latin typeface="Calibri"/>
              <a:ea typeface="Calibri"/>
              <a:cs typeface="Calibri"/>
              <a:sym typeface="Calibri"/>
            </a:endParaRPr>
          </a:p>
          <a:p>
            <a:pPr indent="-323850" lvl="0" marL="4572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클라우드 기반 서비스</a:t>
            </a:r>
            <a:endParaRPr sz="1500">
              <a:solidFill>
                <a:schemeClr val="dk1"/>
              </a:solidFill>
              <a:latin typeface="Calibri"/>
              <a:ea typeface="Calibri"/>
              <a:cs typeface="Calibri"/>
              <a:sym typeface="Calibri"/>
            </a:endParaRPr>
          </a:p>
          <a:p>
            <a:pPr indent="-323850" lvl="1" marL="9144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PythonAnywhere 클라우드 환경에서 Django 기반의 RESTful API 서버를 구축하여 시간과 장소의 제약 없이 감시 시스템을 제공한다. </a:t>
            </a:r>
            <a:endParaRPr sz="1500">
              <a:solidFill>
                <a:schemeClr val="dk1"/>
              </a:solidFill>
              <a:latin typeface="Calibri"/>
              <a:ea typeface="Calibri"/>
              <a:cs typeface="Calibri"/>
              <a:sym typeface="Calibri"/>
            </a:endParaRPr>
          </a:p>
          <a:p>
            <a:pPr indent="-323850" lvl="1" marL="9144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Django 기반 RESTful API 서버의 보안 기능 (e.g. Token-based Authentication)을 적극 활용하여 민감한 개인 정보를 안전하게 전송 및 처리한다. </a:t>
            </a:r>
            <a:endParaRPr sz="1500">
              <a:solidFill>
                <a:schemeClr val="dk1"/>
              </a:solidFill>
              <a:latin typeface="Calibri"/>
              <a:ea typeface="Calibri"/>
              <a:cs typeface="Calibri"/>
              <a:sym typeface="Calibri"/>
            </a:endParaRPr>
          </a:p>
          <a:p>
            <a:pPr indent="-323850" lvl="0" marL="4572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머신 러닝 기반 분석 시스템</a:t>
            </a:r>
            <a:endParaRPr sz="1500">
              <a:solidFill>
                <a:schemeClr val="dk1"/>
              </a:solidFill>
              <a:latin typeface="Calibri"/>
              <a:ea typeface="Calibri"/>
              <a:cs typeface="Calibri"/>
              <a:sym typeface="Calibri"/>
            </a:endParaRPr>
          </a:p>
          <a:p>
            <a:pPr indent="-323850" lvl="1" marL="9144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YOLOv5의 Object Detection 기능으로부터 얻은 메타 데이터와 부가 정보들을 수집 및 취합하여 탐지된 객체에 대해 더 자세한 정보를 제공한다.</a:t>
            </a:r>
            <a:endParaRPr sz="1500">
              <a:solidFill>
                <a:schemeClr val="dk1"/>
              </a:solidFill>
              <a:latin typeface="Calibri"/>
              <a:ea typeface="Calibri"/>
              <a:cs typeface="Calibri"/>
              <a:sym typeface="Calibri"/>
            </a:endParaRPr>
          </a:p>
          <a:p>
            <a:pPr indent="-323850" lvl="1" marL="9144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ResNet 을 활용하여 탐지된 인물들을 분류하여 해당 인물이 기존에 탐지되었던 인물인지, 또는 새롭게 탐지된 인물인지에 대한 정보를 제공한다.</a:t>
            </a:r>
            <a:endParaRPr sz="1500">
              <a:solidFill>
                <a:schemeClr val="dk1"/>
              </a:solidFill>
              <a:latin typeface="Calibri"/>
              <a:ea typeface="Calibri"/>
              <a:cs typeface="Calibri"/>
              <a:sym typeface="Calibri"/>
            </a:endParaRPr>
          </a:p>
          <a:p>
            <a:pPr indent="-323850" lvl="0" marL="4572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Android 기반 Client System</a:t>
            </a:r>
            <a:endParaRPr sz="1500">
              <a:solidFill>
                <a:schemeClr val="dk1"/>
              </a:solidFill>
              <a:latin typeface="Calibri"/>
              <a:ea typeface="Calibri"/>
              <a:cs typeface="Calibri"/>
              <a:sym typeface="Calibri"/>
            </a:endParaRPr>
          </a:p>
          <a:p>
            <a:pPr indent="-323850" lvl="1" marL="9144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Android 기반 어플리케이션을 통해 원격지에서 서버에 저장된 침입자 이미지를 리스트 형태로 조회하고 모니터링할 수 있는 사용자 친화적 UI를 제공한다.</a:t>
            </a:r>
            <a:endParaRPr sz="1500">
              <a:solidFill>
                <a:schemeClr val="dk1"/>
              </a:solidFill>
              <a:latin typeface="Calibri"/>
              <a:ea typeface="Calibri"/>
              <a:cs typeface="Calibri"/>
              <a:sym typeface="Calibri"/>
            </a:endParaRPr>
          </a:p>
          <a:p>
            <a:pPr indent="-287019" lvl="0" marL="299085" marR="0" rtl="0" algn="l">
              <a:lnSpc>
                <a:spcPct val="100000"/>
              </a:lnSpc>
              <a:spcBef>
                <a:spcPts val="0"/>
              </a:spcBef>
              <a:spcAft>
                <a:spcPts val="0"/>
              </a:spcAft>
              <a:buClr>
                <a:srgbClr val="558ED5"/>
              </a:buClr>
              <a:buSzPts val="2000"/>
              <a:buFont typeface="Calibri"/>
              <a:buChar char="❖"/>
            </a:pPr>
            <a:r>
              <a:t/>
            </a:r>
            <a:endParaRPr sz="2000">
              <a:solidFill>
                <a:srgbClr val="558ED5"/>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6"/>
          <p:cNvSpPr txBox="1"/>
          <p:nvPr/>
        </p:nvSpPr>
        <p:spPr>
          <a:xfrm>
            <a:off x="1208504" y="6486875"/>
            <a:ext cx="1705610"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400">
                <a:solidFill>
                  <a:srgbClr val="1F497D"/>
                </a:solidFill>
                <a:latin typeface="Times New Roman"/>
                <a:ea typeface="Times New Roman"/>
                <a:cs typeface="Times New Roman"/>
                <a:sym typeface="Times New Roman"/>
              </a:rPr>
              <a:t>Image Processing Lab</a:t>
            </a:r>
            <a:endParaRPr sz="1400">
              <a:solidFill>
                <a:schemeClr val="dk1"/>
              </a:solidFill>
              <a:latin typeface="Times New Roman"/>
              <a:ea typeface="Times New Roman"/>
              <a:cs typeface="Times New Roman"/>
              <a:sym typeface="Times New Roman"/>
            </a:endParaRPr>
          </a:p>
        </p:txBody>
      </p:sp>
      <p:sp>
        <p:nvSpPr>
          <p:cNvPr id="146" name="Google Shape;146;p6"/>
          <p:cNvSpPr txBox="1"/>
          <p:nvPr>
            <p:ph type="title"/>
          </p:nvPr>
        </p:nvSpPr>
        <p:spPr>
          <a:xfrm>
            <a:off x="574040" y="609888"/>
            <a:ext cx="1090930" cy="33083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2000"/>
              <a:t>필요성</a:t>
            </a:r>
            <a:endParaRPr/>
          </a:p>
        </p:txBody>
      </p:sp>
      <p:sp>
        <p:nvSpPr>
          <p:cNvPr id="147" name="Google Shape;147;p6"/>
          <p:cNvSpPr txBox="1"/>
          <p:nvPr/>
        </p:nvSpPr>
        <p:spPr>
          <a:xfrm>
            <a:off x="574040" y="1124817"/>
            <a:ext cx="8080500" cy="5031300"/>
          </a:xfrm>
          <a:prstGeom prst="rect">
            <a:avLst/>
          </a:prstGeom>
          <a:noFill/>
          <a:ln>
            <a:noFill/>
          </a:ln>
        </p:spPr>
        <p:txBody>
          <a:bodyPr anchorCtr="0" anchor="t" bIns="0" lIns="0" spcFirstLastPara="1" rIns="0" wrap="square" tIns="13325">
            <a:spAutoFit/>
          </a:bodyPr>
          <a:lstStyle/>
          <a:p>
            <a:pPr indent="-355600" lvl="0" marL="457200" rtl="0" algn="l">
              <a:spcBef>
                <a:spcPts val="0"/>
              </a:spcBef>
              <a:spcAft>
                <a:spcPts val="0"/>
              </a:spcAft>
              <a:buClr>
                <a:srgbClr val="558ED5"/>
              </a:buClr>
              <a:buSzPts val="2000"/>
              <a:buFont typeface="Noto Sans Symbols"/>
              <a:buChar char="❖"/>
            </a:pPr>
            <a:r>
              <a:rPr lang="en-US" sz="2000">
                <a:solidFill>
                  <a:srgbClr val="558ED5"/>
                </a:solidFill>
                <a:latin typeface="Calibri"/>
                <a:ea typeface="Calibri"/>
                <a:cs typeface="Calibri"/>
                <a:sym typeface="Calibri"/>
              </a:rPr>
              <a:t>효율적인 데이터 처리</a:t>
            </a:r>
            <a:endParaRPr sz="2000">
              <a:solidFill>
                <a:schemeClr val="dk1"/>
              </a:solidFill>
              <a:latin typeface="Calibri"/>
              <a:ea typeface="Calibri"/>
              <a:cs typeface="Calibri"/>
              <a:sym typeface="Calibri"/>
            </a:endParaRPr>
          </a:p>
          <a:p>
            <a:pPr indent="-323850" lvl="1" marL="9144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모든 영상 프레임을 서버로 전송하는 것은 네트워크 대역폭과 서버 스토리지에 과부하를 준다. 따라서 Edge 단에서 객체의 출현과 같은 상태 변화만 감지하여 전송하는 지능형 처리가 필수적이다.</a:t>
            </a:r>
            <a:endParaRPr sz="1500">
              <a:solidFill>
                <a:schemeClr val="dk1"/>
              </a:solidFill>
              <a:latin typeface="Calibri"/>
              <a:ea typeface="Calibri"/>
              <a:cs typeface="Calibri"/>
              <a:sym typeface="Calibri"/>
            </a:endParaRPr>
          </a:p>
          <a:p>
            <a:pPr indent="-323850" lvl="1" marL="9144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사용자로부터 입력받은 White List를 사용하여 탐지된 객체가 허가된 객체일 경우, 이를 Edge에서 내부적으로 처리하여 불필요한 네트워크 트래픽과 스토리지 사용을 방지할 수 있다. </a:t>
            </a:r>
            <a:endParaRPr sz="1500">
              <a:solidFill>
                <a:schemeClr val="dk1"/>
              </a:solidFill>
              <a:latin typeface="Calibri"/>
              <a:ea typeface="Calibri"/>
              <a:cs typeface="Calibri"/>
              <a:sym typeface="Calibri"/>
            </a:endParaRPr>
          </a:p>
          <a:p>
            <a:pPr indent="-323850" lvl="0" marL="4572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보안성 강화</a:t>
            </a:r>
            <a:endParaRPr sz="1500">
              <a:solidFill>
                <a:schemeClr val="dk1"/>
              </a:solidFill>
              <a:latin typeface="Calibri"/>
              <a:ea typeface="Calibri"/>
              <a:cs typeface="Calibri"/>
              <a:sym typeface="Calibri"/>
            </a:endParaRPr>
          </a:p>
          <a:p>
            <a:pPr indent="-323850" lvl="1" marL="9144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민감한 감시 데이터를 처리하므로 단순 ID/Password 방식이 아닌, Token 기반의 인증 시스템을 통해 인가된 사용자(Client/Edge)만 데이터에 접근하도록 해야 한다.</a:t>
            </a:r>
            <a:endParaRPr sz="1500">
              <a:solidFill>
                <a:schemeClr val="dk1"/>
              </a:solidFill>
              <a:latin typeface="Calibri"/>
              <a:ea typeface="Calibri"/>
              <a:cs typeface="Calibri"/>
              <a:sym typeface="Calibri"/>
            </a:endParaRPr>
          </a:p>
          <a:p>
            <a:pPr indent="-323850" lvl="0" marL="4572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실시간 원격 접근성</a:t>
            </a:r>
            <a:endParaRPr sz="1500">
              <a:solidFill>
                <a:schemeClr val="dk1"/>
              </a:solidFill>
              <a:latin typeface="Calibri"/>
              <a:ea typeface="Calibri"/>
              <a:cs typeface="Calibri"/>
              <a:sym typeface="Calibri"/>
            </a:endParaRPr>
          </a:p>
          <a:p>
            <a:pPr indent="-323850" lvl="1" marL="9144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PC 웹 브라우저뿐만 아니라, 사용자의 접근성이 높은 모바일 앱을 통해 언제 어디서든 보안 상황을 확인하고 과거 기록을 조회할 수 있는 시스템이 요구된다.</a:t>
            </a:r>
            <a:endParaRPr sz="1500">
              <a:solidFill>
                <a:schemeClr val="dk1"/>
              </a:solidFill>
              <a:latin typeface="Calibri"/>
              <a:ea typeface="Calibri"/>
              <a:cs typeface="Calibri"/>
              <a:sym typeface="Calibri"/>
            </a:endParaRPr>
          </a:p>
          <a:p>
            <a:pPr indent="-323850" lvl="0" marL="4572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머신 러닝 기반 분석</a:t>
            </a:r>
            <a:endParaRPr sz="1500">
              <a:solidFill>
                <a:schemeClr val="dk1"/>
              </a:solidFill>
              <a:latin typeface="Calibri"/>
              <a:ea typeface="Calibri"/>
              <a:cs typeface="Calibri"/>
              <a:sym typeface="Calibri"/>
            </a:endParaRPr>
          </a:p>
          <a:p>
            <a:pPr indent="-323850" lvl="1" marL="9144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ResNet을 활용하여 탐지된 인물들에 대한 분류를 자동으로 진행하여 사용자가 해당 인물이 기존에 탐지되었던 인물인지 아닌지에 대한 여부를 빠르고 간편하게 인식할 수 있도록 한다. </a:t>
            </a:r>
            <a:endParaRPr sz="15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
          <p:cNvSpPr txBox="1"/>
          <p:nvPr/>
        </p:nvSpPr>
        <p:spPr>
          <a:xfrm>
            <a:off x="1208504" y="6486875"/>
            <a:ext cx="1705610"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400">
                <a:solidFill>
                  <a:srgbClr val="1F497D"/>
                </a:solidFill>
                <a:latin typeface="Times New Roman"/>
                <a:ea typeface="Times New Roman"/>
                <a:cs typeface="Times New Roman"/>
                <a:sym typeface="Times New Roman"/>
              </a:rPr>
              <a:t>Image Processing Lab</a:t>
            </a:r>
            <a:endParaRPr sz="1400">
              <a:solidFill>
                <a:schemeClr val="dk1"/>
              </a:solidFill>
              <a:latin typeface="Times New Roman"/>
              <a:ea typeface="Times New Roman"/>
              <a:cs typeface="Times New Roman"/>
              <a:sym typeface="Times New Roman"/>
            </a:endParaRPr>
          </a:p>
        </p:txBody>
      </p:sp>
      <p:sp>
        <p:nvSpPr>
          <p:cNvPr id="153" name="Google Shape;153;p7"/>
          <p:cNvSpPr txBox="1"/>
          <p:nvPr>
            <p:ph type="title"/>
          </p:nvPr>
        </p:nvSpPr>
        <p:spPr>
          <a:xfrm>
            <a:off x="574040" y="609888"/>
            <a:ext cx="6817360" cy="321242"/>
          </a:xfrm>
          <a:prstGeom prst="rect">
            <a:avLst/>
          </a:prstGeom>
          <a:noFill/>
          <a:ln>
            <a:noFill/>
          </a:ln>
        </p:spPr>
        <p:txBody>
          <a:bodyPr anchorCtr="0" anchor="t" bIns="0" lIns="0" spcFirstLastPara="1" rIns="0" wrap="square" tIns="13325">
            <a:spAutoFit/>
          </a:bodyPr>
          <a:lstStyle/>
          <a:p>
            <a:pPr indent="0" lvl="0" marL="12700" rtl="0" algn="l">
              <a:spcBef>
                <a:spcPts val="0"/>
              </a:spcBef>
              <a:spcAft>
                <a:spcPts val="0"/>
              </a:spcAft>
              <a:buNone/>
            </a:pPr>
            <a:r>
              <a:rPr lang="en-US" sz="2000"/>
              <a:t>기능 - </a:t>
            </a:r>
            <a:r>
              <a:rPr lang="en-US" sz="2000">
                <a:solidFill>
                  <a:schemeClr val="accent1"/>
                </a:solidFill>
              </a:rPr>
              <a:t>조건대비표</a:t>
            </a:r>
            <a:endParaRPr>
              <a:solidFill>
                <a:schemeClr val="accent1"/>
              </a:solidFill>
            </a:endParaRPr>
          </a:p>
        </p:txBody>
      </p:sp>
      <p:graphicFrame>
        <p:nvGraphicFramePr>
          <p:cNvPr id="154" name="Google Shape;154;p7"/>
          <p:cNvGraphicFramePr/>
          <p:nvPr/>
        </p:nvGraphicFramePr>
        <p:xfrm>
          <a:off x="457200" y="1219200"/>
          <a:ext cx="3000000" cy="3000000"/>
        </p:xfrm>
        <a:graphic>
          <a:graphicData uri="http://schemas.openxmlformats.org/drawingml/2006/table">
            <a:tbl>
              <a:tblPr bandRow="1" firstRow="1">
                <a:noFill/>
                <a:tableStyleId>{5E563627-CF78-46C7-95C4-9A406A147EF1}</a:tableStyleId>
              </a:tblPr>
              <a:tblGrid>
                <a:gridCol w="990600"/>
                <a:gridCol w="3962400"/>
                <a:gridCol w="457200"/>
                <a:gridCol w="457200"/>
                <a:gridCol w="3124200"/>
              </a:tblGrid>
              <a:tr h="127000">
                <a:tc>
                  <a:txBody>
                    <a:bodyPr/>
                    <a:lstStyle/>
                    <a:p>
                      <a:pPr indent="0" lvl="0" marL="0" marR="0" rtl="0" algn="ctr">
                        <a:spcBef>
                          <a:spcPts val="0"/>
                        </a:spcBef>
                        <a:spcAft>
                          <a:spcPts val="0"/>
                        </a:spcAft>
                        <a:buNone/>
                      </a:pPr>
                      <a:r>
                        <a:rPr lang="en-US" sz="1000" u="none" cap="none" strike="noStrike"/>
                        <a:t>시스템 구분</a:t>
                      </a:r>
                      <a:endParaRPr/>
                    </a:p>
                  </a:txBody>
                  <a:tcPr marT="45725" marB="45725" marR="91450" marL="91450" anchor="ctr"/>
                </a:tc>
                <a:tc>
                  <a:txBody>
                    <a:bodyPr/>
                    <a:lstStyle/>
                    <a:p>
                      <a:pPr indent="0" lvl="0" marL="0" marR="0" rtl="0" algn="ctr">
                        <a:spcBef>
                          <a:spcPts val="0"/>
                        </a:spcBef>
                        <a:spcAft>
                          <a:spcPts val="0"/>
                        </a:spcAft>
                        <a:buNone/>
                      </a:pPr>
                      <a:r>
                        <a:rPr lang="en-US" sz="1000" u="none" cap="none" strike="noStrike"/>
                        <a:t>세부기능</a:t>
                      </a:r>
                      <a:endParaRPr/>
                    </a:p>
                  </a:txBody>
                  <a:tcPr marT="45725" marB="45725" marR="91450" marL="91450" anchor="ctr"/>
                </a:tc>
                <a:tc>
                  <a:txBody>
                    <a:bodyPr/>
                    <a:lstStyle/>
                    <a:p>
                      <a:pPr indent="0" lvl="0" marL="0" marR="0" rtl="0" algn="ctr">
                        <a:spcBef>
                          <a:spcPts val="0"/>
                        </a:spcBef>
                        <a:spcAft>
                          <a:spcPts val="0"/>
                        </a:spcAft>
                        <a:buNone/>
                      </a:pPr>
                      <a:r>
                        <a:rPr lang="en-US" sz="1000" u="none" cap="none" strike="noStrike"/>
                        <a:t>구현 여부</a:t>
                      </a:r>
                      <a:endParaRPr/>
                    </a:p>
                  </a:txBody>
                  <a:tcPr marT="45725" marB="45725" marR="91450" marL="91450" anchor="ctr"/>
                </a:tc>
                <a:tc>
                  <a:txBody>
                    <a:bodyPr/>
                    <a:lstStyle/>
                    <a:p>
                      <a:pPr indent="0" lvl="0" marL="0" marR="0" rtl="0" algn="ctr">
                        <a:spcBef>
                          <a:spcPts val="0"/>
                        </a:spcBef>
                        <a:spcAft>
                          <a:spcPts val="0"/>
                        </a:spcAft>
                        <a:buNone/>
                      </a:pPr>
                      <a:r>
                        <a:rPr lang="en-US" sz="1000" u="none" cap="none" strike="noStrike"/>
                        <a:t>대체 여부</a:t>
                      </a:r>
                      <a:endParaRPr/>
                    </a:p>
                  </a:txBody>
                  <a:tcPr marT="45725" marB="45725" marR="91450" marL="91450" anchor="ctr"/>
                </a:tc>
                <a:tc>
                  <a:txBody>
                    <a:bodyPr/>
                    <a:lstStyle/>
                    <a:p>
                      <a:pPr indent="0" lvl="0" marL="0" marR="0" rtl="0" algn="ctr">
                        <a:spcBef>
                          <a:spcPts val="0"/>
                        </a:spcBef>
                        <a:spcAft>
                          <a:spcPts val="0"/>
                        </a:spcAft>
                        <a:buNone/>
                      </a:pPr>
                      <a:r>
                        <a:rPr lang="en-US" sz="1000" u="none" cap="none" strike="noStrike"/>
                        <a:t>소스 파일명 </a:t>
                      </a:r>
                      <a:endParaRPr sz="1000" u="none" cap="none" strike="noStrike"/>
                    </a:p>
                    <a:p>
                      <a:pPr indent="0" lvl="0" marL="0" marR="0" rtl="0" algn="ctr">
                        <a:spcBef>
                          <a:spcPts val="0"/>
                        </a:spcBef>
                        <a:spcAft>
                          <a:spcPts val="0"/>
                        </a:spcAft>
                        <a:buNone/>
                      </a:pPr>
                      <a:r>
                        <a:rPr lang="en-US" sz="1000" u="none" cap="none" strike="noStrike"/>
                        <a:t>(함수 또는 class명)</a:t>
                      </a:r>
                      <a:endParaRPr sz="1000" u="none" cap="none" strike="noStrike"/>
                    </a:p>
                  </a:txBody>
                  <a:tcPr marT="45725" marB="45725" marR="91450" marL="91450" anchor="ctr"/>
                </a:tc>
              </a:tr>
              <a:tr h="127000">
                <a:tc rowSpan="5">
                  <a:txBody>
                    <a:bodyPr/>
                    <a:lstStyle/>
                    <a:p>
                      <a:pPr indent="0" lvl="0" marL="0" marR="0" rtl="0" algn="l">
                        <a:spcBef>
                          <a:spcPts val="0"/>
                        </a:spcBef>
                        <a:spcAft>
                          <a:spcPts val="0"/>
                        </a:spcAft>
                        <a:buNone/>
                      </a:pPr>
                      <a:r>
                        <a:rPr lang="en-US" sz="1000" u="none" cap="none" strike="noStrike"/>
                        <a:t>1. Edge System(Python 기반, 공통)</a:t>
                      </a:r>
                      <a:endParaRPr/>
                    </a:p>
                  </a:txBody>
                  <a:tcPr marT="45725" marB="45725" marR="91450" marL="91450" anchor="ctr"/>
                </a:tc>
                <a:tc>
                  <a:txBody>
                    <a:bodyPr/>
                    <a:lstStyle/>
                    <a:p>
                      <a:pPr indent="0" lvl="0" marL="0" marR="0" rtl="0" algn="l">
                        <a:spcBef>
                          <a:spcPts val="0"/>
                        </a:spcBef>
                        <a:spcAft>
                          <a:spcPts val="0"/>
                        </a:spcAft>
                        <a:buNone/>
                      </a:pPr>
                      <a:r>
                        <a:rPr lang="en-US" sz="1000" u="none" cap="none" strike="noStrike"/>
                        <a:t>1-1. YoloV5 pretrained model 사용</a:t>
                      </a:r>
                      <a:r>
                        <a:rPr b="1" lang="en-US" sz="1000" u="none" cap="none" strike="noStrike"/>
                        <a:t>(대체 가능)</a:t>
                      </a:r>
                      <a:endParaRPr b="1" sz="1000" u="none" cap="none" strike="noStrike"/>
                    </a:p>
                  </a:txBody>
                  <a:tcPr marT="45725" marB="45725" marR="91450" marL="91450" anchor="ctr"/>
                </a:tc>
                <a:tc>
                  <a:txBody>
                    <a:bodyPr/>
                    <a:lstStyle/>
                    <a:p>
                      <a:pPr indent="0" lvl="0" marL="0" marR="0" rtl="0" algn="l">
                        <a:spcBef>
                          <a:spcPts val="0"/>
                        </a:spcBef>
                        <a:spcAft>
                          <a:spcPts val="0"/>
                        </a:spcAft>
                        <a:buNone/>
                      </a:pPr>
                      <a:r>
                        <a:rPr i="1" lang="en-US" sz="1000" u="none" cap="none" strike="noStrike">
                          <a:solidFill>
                            <a:srgbClr val="FF0000"/>
                          </a:solidFill>
                        </a:rPr>
                        <a:t>O</a:t>
                      </a:r>
                      <a:endParaRPr i="1" sz="1000" u="none" cap="none" strike="noStrike">
                        <a:solidFill>
                          <a:srgbClr val="FF0000"/>
                        </a:solidFill>
                      </a:endParaRPr>
                    </a:p>
                  </a:txBody>
                  <a:tcPr marT="45725" marB="45725" marR="91450" marL="91450" anchor="ctr"/>
                </a:tc>
                <a:tc>
                  <a:txBody>
                    <a:bodyPr/>
                    <a:lstStyle/>
                    <a:p>
                      <a:pPr indent="0" lvl="0" marL="0" marR="0" rtl="0" algn="l">
                        <a:spcBef>
                          <a:spcPts val="0"/>
                        </a:spcBef>
                        <a:spcAft>
                          <a:spcPts val="0"/>
                        </a:spcAft>
                        <a:buNone/>
                      </a:pPr>
                      <a:r>
                        <a:rPr i="1" lang="en-US" sz="1000" u="none" cap="none" strike="noStrike">
                          <a:solidFill>
                            <a:srgbClr val="FF0000"/>
                          </a:solidFill>
                        </a:rPr>
                        <a:t>X</a:t>
                      </a:r>
                      <a:endParaRPr i="1" sz="1000" u="none" cap="none" strike="noStrike">
                        <a:solidFill>
                          <a:srgbClr val="FF0000"/>
                        </a:solidFill>
                      </a:endParaRPr>
                    </a:p>
                  </a:txBody>
                  <a:tcPr marT="45725" marB="45725" marR="91450" marL="91450" anchor="ctr"/>
                </a:tc>
                <a:tc>
                  <a:txBody>
                    <a:bodyPr/>
                    <a:lstStyle/>
                    <a:p>
                      <a:pPr indent="0" lvl="0" marL="0" rtl="0" algn="l">
                        <a:spcBef>
                          <a:spcPts val="0"/>
                        </a:spcBef>
                        <a:spcAft>
                          <a:spcPts val="0"/>
                        </a:spcAft>
                        <a:buClr>
                          <a:schemeClr val="dk1"/>
                        </a:buClr>
                        <a:buFont typeface="Arial"/>
                        <a:buNone/>
                      </a:pPr>
                      <a:r>
                        <a:rPr lang="en-US" sz="1000"/>
                        <a:t>detect.py</a:t>
                      </a:r>
                      <a:endParaRPr sz="1000" u="none" cap="none" strike="noStrike"/>
                    </a:p>
                  </a:txBody>
                  <a:tcPr marT="45725" marB="45725" marR="91450" marL="91450" anchor="ctr"/>
                </a:tc>
              </a:tr>
              <a:tr h="127000">
                <a:tc vMerge="1"/>
                <a:tc>
                  <a:txBody>
                    <a:bodyPr/>
                    <a:lstStyle/>
                    <a:p>
                      <a:pPr indent="0" lvl="0" marL="0" marR="0" rtl="0" algn="l">
                        <a:spcBef>
                          <a:spcPts val="0"/>
                        </a:spcBef>
                        <a:spcAft>
                          <a:spcPts val="0"/>
                        </a:spcAft>
                        <a:buNone/>
                      </a:pPr>
                      <a:r>
                        <a:rPr lang="en-US" sz="1000" u="none" cap="none" strike="noStrike"/>
                        <a:t>1-2. Ms coco 훈련데이터 기준 검출 객체 (Classes) : 80가지 객체 검출 기능</a:t>
                      </a:r>
                      <a:r>
                        <a:rPr b="1" lang="en-US" sz="1000" u="none" cap="none" strike="noStrike"/>
                        <a:t>(대체 가능 함)</a:t>
                      </a:r>
                      <a:endParaRPr b="1" sz="1000" u="none" cap="none" strike="noStrike"/>
                    </a:p>
                  </a:txBody>
                  <a:tcPr marT="45725" marB="45725" marR="91450" marL="91450" anchor="ctr"/>
                </a:tc>
                <a:tc>
                  <a:txBody>
                    <a:bodyPr/>
                    <a:lstStyle/>
                    <a:p>
                      <a:pPr indent="0" lvl="0" marL="0" rtl="0" algn="l">
                        <a:spcBef>
                          <a:spcPts val="0"/>
                        </a:spcBef>
                        <a:spcAft>
                          <a:spcPts val="0"/>
                        </a:spcAft>
                        <a:buClr>
                          <a:schemeClr val="dk1"/>
                        </a:buClr>
                        <a:buFont typeface="Arial"/>
                        <a:buNone/>
                      </a:pPr>
                      <a:r>
                        <a:rPr i="1" lang="en-US" sz="1000">
                          <a:solidFill>
                            <a:srgbClr val="FF0000"/>
                          </a:solidFill>
                        </a:rPr>
                        <a:t>O</a:t>
                      </a:r>
                      <a:endParaRPr sz="1000" u="none" cap="none" strike="noStrike"/>
                    </a:p>
                  </a:txBody>
                  <a:tcPr marT="45725" marB="45725" marR="91450" marL="91450" anchor="ctr"/>
                </a:tc>
                <a:tc>
                  <a:txBody>
                    <a:bodyPr/>
                    <a:lstStyle/>
                    <a:p>
                      <a:pPr indent="0" lvl="0" marL="0" rtl="0" algn="l">
                        <a:spcBef>
                          <a:spcPts val="0"/>
                        </a:spcBef>
                        <a:spcAft>
                          <a:spcPts val="0"/>
                        </a:spcAft>
                        <a:buClr>
                          <a:schemeClr val="dk1"/>
                        </a:buClr>
                        <a:buFont typeface="Arial"/>
                        <a:buNone/>
                      </a:pPr>
                      <a:r>
                        <a:rPr i="1" lang="en-US" sz="1000">
                          <a:solidFill>
                            <a:srgbClr val="FF0000"/>
                          </a:solidFill>
                        </a:rPr>
                        <a:t>X</a:t>
                      </a:r>
                      <a:endParaRPr sz="1000" u="none" cap="none" strike="noStrike"/>
                    </a:p>
                  </a:txBody>
                  <a:tcPr marT="45725" marB="45725" marR="91450" marL="91450" anchor="ctr"/>
                </a:tc>
                <a:tc>
                  <a:txBody>
                    <a:bodyPr/>
                    <a:lstStyle/>
                    <a:p>
                      <a:pPr indent="0" lvl="0" marL="0" rtl="0" algn="l">
                        <a:spcBef>
                          <a:spcPts val="0"/>
                        </a:spcBef>
                        <a:spcAft>
                          <a:spcPts val="0"/>
                        </a:spcAft>
                        <a:buClr>
                          <a:schemeClr val="dk1"/>
                        </a:buClr>
                        <a:buFont typeface="Arial"/>
                        <a:buNone/>
                      </a:pPr>
                      <a:r>
                        <a:rPr lang="en-US" sz="1000"/>
                        <a:t>detect.py</a:t>
                      </a:r>
                      <a:endParaRPr sz="1000"/>
                    </a:p>
                  </a:txBody>
                  <a:tcPr marT="45725" marB="45725" marR="91450" marL="91450" anchor="ctr"/>
                </a:tc>
              </a:tr>
              <a:tr h="127000">
                <a:tc vMerge="1"/>
                <a:tc>
                  <a:txBody>
                    <a:bodyPr/>
                    <a:lstStyle/>
                    <a:p>
                      <a:pPr indent="0" lvl="0" marL="0" marR="0" rtl="0" algn="l">
                        <a:spcBef>
                          <a:spcPts val="0"/>
                        </a:spcBef>
                        <a:spcAft>
                          <a:spcPts val="0"/>
                        </a:spcAft>
                        <a:buNone/>
                      </a:pPr>
                      <a:r>
                        <a:rPr lang="en-US" sz="1000" u="none" cap="none" strike="noStrike"/>
                        <a:t>1-3. 한 종류의 객체를 동일한 객체로 가능한 Change Detection</a:t>
                      </a:r>
                      <a:r>
                        <a:rPr b="1" lang="en-US" sz="1000" u="none" cap="none" strike="noStrike"/>
                        <a:t>(대체 가능 함)</a:t>
                      </a:r>
                      <a:endParaRPr sz="1000" u="none" cap="none" strike="noStrike"/>
                    </a:p>
                  </a:txBody>
                  <a:tcPr marT="45725" marB="45725" marR="91450" marL="91450" anchor="ctr"/>
                </a:tc>
                <a:tc>
                  <a:txBody>
                    <a:bodyPr/>
                    <a:lstStyle/>
                    <a:p>
                      <a:pPr indent="0" lvl="0" marL="0" rtl="0" algn="l">
                        <a:spcBef>
                          <a:spcPts val="0"/>
                        </a:spcBef>
                        <a:spcAft>
                          <a:spcPts val="0"/>
                        </a:spcAft>
                        <a:buClr>
                          <a:schemeClr val="dk1"/>
                        </a:buClr>
                        <a:buFont typeface="Arial"/>
                        <a:buNone/>
                      </a:pPr>
                      <a:r>
                        <a:rPr i="1" lang="en-US" sz="1000">
                          <a:solidFill>
                            <a:srgbClr val="FF0000"/>
                          </a:solidFill>
                        </a:rPr>
                        <a:t>O</a:t>
                      </a:r>
                      <a:endParaRPr sz="1000" u="none" cap="none" strike="noStrike"/>
                    </a:p>
                  </a:txBody>
                  <a:tcPr marT="45725" marB="45725" marR="91450" marL="91450" anchor="ctr"/>
                </a:tc>
                <a:tc>
                  <a:txBody>
                    <a:bodyPr/>
                    <a:lstStyle/>
                    <a:p>
                      <a:pPr indent="0" lvl="0" marL="0" rtl="0" algn="l">
                        <a:spcBef>
                          <a:spcPts val="0"/>
                        </a:spcBef>
                        <a:spcAft>
                          <a:spcPts val="0"/>
                        </a:spcAft>
                        <a:buClr>
                          <a:schemeClr val="dk1"/>
                        </a:buClr>
                        <a:buFont typeface="Arial"/>
                        <a:buNone/>
                      </a:pPr>
                      <a:r>
                        <a:rPr i="1" lang="en-US" sz="1000">
                          <a:solidFill>
                            <a:srgbClr val="FF0000"/>
                          </a:solidFill>
                        </a:rPr>
                        <a:t>X</a:t>
                      </a:r>
                      <a:endParaRPr sz="1000" u="none" cap="none" strike="noStrike"/>
                    </a:p>
                  </a:txBody>
                  <a:tcPr marT="45725" marB="45725" marR="91450" marL="91450" anchor="ctr"/>
                </a:tc>
                <a:tc>
                  <a:txBody>
                    <a:bodyPr/>
                    <a:lstStyle/>
                    <a:p>
                      <a:pPr indent="0" lvl="0" marL="0" rtl="0" algn="l">
                        <a:spcBef>
                          <a:spcPts val="0"/>
                        </a:spcBef>
                        <a:spcAft>
                          <a:spcPts val="0"/>
                        </a:spcAft>
                        <a:buNone/>
                      </a:pPr>
                      <a:r>
                        <a:rPr lang="en-US" sz="1000" u="sng">
                          <a:solidFill>
                            <a:schemeClr val="hlink"/>
                          </a:solidFill>
                          <a:hlinkClick r:id="rId3"/>
                        </a:rPr>
                        <a:t>detect.py</a:t>
                      </a:r>
                      <a:r>
                        <a:rPr lang="en-US" sz="1000"/>
                        <a:t>, </a:t>
                      </a:r>
                      <a:r>
                        <a:rPr lang="en-US" sz="1000" u="sng">
                          <a:solidFill>
                            <a:schemeClr val="hlink"/>
                          </a:solidFill>
                          <a:hlinkClick r:id="rId4"/>
                        </a:rPr>
                        <a:t>changedetection.py</a:t>
                      </a:r>
                      <a:r>
                        <a:rPr lang="en-US" sz="1000"/>
                        <a:t>, </a:t>
                      </a:r>
                      <a:r>
                        <a:rPr lang="en-US" sz="1000" u="sng">
                          <a:solidFill>
                            <a:schemeClr val="hlink"/>
                          </a:solidFill>
                          <a:hlinkClick r:id="rId5"/>
                        </a:rPr>
                        <a:t>analysis.py</a:t>
                      </a:r>
                      <a:endParaRPr sz="1000"/>
                    </a:p>
                  </a:txBody>
                  <a:tcPr marT="45725" marB="45725" marR="91450" marL="91450" anchor="ctr"/>
                </a:tc>
              </a:tr>
              <a:tr h="127000">
                <a:tc vMerge="1"/>
                <a:tc>
                  <a:txBody>
                    <a:bodyPr/>
                    <a:lstStyle/>
                    <a:p>
                      <a:pPr indent="0" lvl="0" marL="0" marR="0" rtl="0" algn="l">
                        <a:spcBef>
                          <a:spcPts val="0"/>
                        </a:spcBef>
                        <a:spcAft>
                          <a:spcPts val="0"/>
                        </a:spcAft>
                        <a:buNone/>
                      </a:pPr>
                      <a:r>
                        <a:rPr lang="en-US" sz="1000" u="none" cap="none" strike="noStrike"/>
                        <a:t>1-4. 게시를 위한 HTTP Restfull API 사용(공통)</a:t>
                      </a:r>
                      <a:endParaRPr/>
                    </a:p>
                  </a:txBody>
                  <a:tcPr marT="45725" marB="45725" marR="91450" marL="91450" anchor="ctr"/>
                </a:tc>
                <a:tc>
                  <a:txBody>
                    <a:bodyPr/>
                    <a:lstStyle/>
                    <a:p>
                      <a:pPr indent="0" lvl="0" marL="0" rtl="0" algn="l">
                        <a:spcBef>
                          <a:spcPts val="0"/>
                        </a:spcBef>
                        <a:spcAft>
                          <a:spcPts val="0"/>
                        </a:spcAft>
                        <a:buClr>
                          <a:schemeClr val="dk1"/>
                        </a:buClr>
                        <a:buFont typeface="Arial"/>
                        <a:buNone/>
                      </a:pPr>
                      <a:r>
                        <a:rPr i="1" lang="en-US" sz="1000">
                          <a:solidFill>
                            <a:srgbClr val="FF0000"/>
                          </a:solidFill>
                        </a:rPr>
                        <a:t>O</a:t>
                      </a:r>
                      <a:endParaRPr sz="1000" u="none" cap="none" strike="noStrike"/>
                    </a:p>
                  </a:txBody>
                  <a:tcPr marT="45725" marB="45725" marR="91450" marL="91450" anchor="ctr"/>
                </a:tc>
                <a:tc>
                  <a:txBody>
                    <a:bodyPr/>
                    <a:lstStyle/>
                    <a:p>
                      <a:pPr indent="0" lvl="0" marL="0" marR="0" rtl="0" algn="l">
                        <a:spcBef>
                          <a:spcPts val="0"/>
                        </a:spcBef>
                        <a:spcAft>
                          <a:spcPts val="0"/>
                        </a:spcAft>
                        <a:buNone/>
                      </a:pPr>
                      <a:r>
                        <a:t/>
                      </a:r>
                      <a:endParaRPr sz="1000" u="none" cap="none" strike="noStrike"/>
                    </a:p>
                  </a:txBody>
                  <a:tcPr marT="45725" marB="45725" marR="91450" marL="91450" anchor="ctr"/>
                </a:tc>
                <a:tc>
                  <a:txBody>
                    <a:bodyPr/>
                    <a:lstStyle/>
                    <a:p>
                      <a:pPr indent="0" lvl="0" marL="0" rtl="0" algn="l">
                        <a:spcBef>
                          <a:spcPts val="0"/>
                        </a:spcBef>
                        <a:spcAft>
                          <a:spcPts val="0"/>
                        </a:spcAft>
                        <a:buClr>
                          <a:schemeClr val="dk1"/>
                        </a:buClr>
                        <a:buFont typeface="Arial"/>
                        <a:buNone/>
                      </a:pPr>
                      <a:r>
                        <a:rPr lang="en-US" sz="1000" u="sng">
                          <a:solidFill>
                            <a:schemeClr val="hlink"/>
                          </a:solidFill>
                          <a:hlinkClick r:id="rId6"/>
                        </a:rPr>
                        <a:t>changedetection.py</a:t>
                      </a:r>
                      <a:endParaRPr sz="1000" u="none" cap="none" strike="noStrike"/>
                    </a:p>
                  </a:txBody>
                  <a:tcPr marT="45725" marB="45725" marR="91450" marL="91450" anchor="ctr"/>
                </a:tc>
              </a:tr>
              <a:tr h="127000">
                <a:tc vMerge="1"/>
                <a:tc>
                  <a:txBody>
                    <a:bodyPr/>
                    <a:lstStyle/>
                    <a:p>
                      <a:pPr indent="0" lvl="0" marL="0" marR="0" rtl="0" algn="l">
                        <a:spcBef>
                          <a:spcPts val="0"/>
                        </a:spcBef>
                        <a:spcAft>
                          <a:spcPts val="0"/>
                        </a:spcAft>
                        <a:buNone/>
                      </a:pPr>
                      <a:r>
                        <a:rPr lang="en-US" sz="1000" u="none" cap="none" strike="noStrike"/>
                        <a:t>1-5. 기타 추가기능</a:t>
                      </a:r>
                      <a:r>
                        <a:rPr lang="en-US" sz="1000"/>
                        <a:t>: 분석 리포트 및 동일 인물 분류 모델</a:t>
                      </a:r>
                      <a:endParaRPr sz="1000" u="none" cap="none" strike="noStrike"/>
                    </a:p>
                  </a:txBody>
                  <a:tcPr marT="45725" marB="45725" marR="91450" marL="91450" anchor="ctr"/>
                </a:tc>
                <a:tc>
                  <a:txBody>
                    <a:bodyPr/>
                    <a:lstStyle/>
                    <a:p>
                      <a:pPr indent="0" lvl="0" marL="0" rtl="0" algn="l">
                        <a:spcBef>
                          <a:spcPts val="0"/>
                        </a:spcBef>
                        <a:spcAft>
                          <a:spcPts val="0"/>
                        </a:spcAft>
                        <a:buClr>
                          <a:schemeClr val="dk1"/>
                        </a:buClr>
                        <a:buFont typeface="Arial"/>
                        <a:buNone/>
                      </a:pPr>
                      <a:r>
                        <a:rPr i="1" lang="en-US" sz="1000">
                          <a:solidFill>
                            <a:srgbClr val="FF0000"/>
                          </a:solidFill>
                        </a:rPr>
                        <a:t>O</a:t>
                      </a:r>
                      <a:endParaRPr sz="1000" u="none" cap="none" strike="noStrike"/>
                    </a:p>
                  </a:txBody>
                  <a:tcPr marT="45725" marB="45725" marR="91450" marL="91450" anchor="ctr"/>
                </a:tc>
                <a:tc>
                  <a:txBody>
                    <a:bodyPr/>
                    <a:lstStyle/>
                    <a:p>
                      <a:pPr indent="0" lvl="0" marL="0" marR="0" rtl="0" algn="l">
                        <a:spcBef>
                          <a:spcPts val="0"/>
                        </a:spcBef>
                        <a:spcAft>
                          <a:spcPts val="0"/>
                        </a:spcAft>
                        <a:buNone/>
                      </a:pPr>
                      <a:r>
                        <a:t/>
                      </a:r>
                      <a:endParaRPr sz="1000" u="none" cap="none" strike="noStrike"/>
                    </a:p>
                  </a:txBody>
                  <a:tcPr marT="45725" marB="45725" marR="91450" marL="91450" anchor="ctr"/>
                </a:tc>
                <a:tc>
                  <a:txBody>
                    <a:bodyPr/>
                    <a:lstStyle/>
                    <a:p>
                      <a:pPr indent="0" lvl="0" marL="0" rtl="0" algn="l">
                        <a:spcBef>
                          <a:spcPts val="0"/>
                        </a:spcBef>
                        <a:spcAft>
                          <a:spcPts val="0"/>
                        </a:spcAft>
                        <a:buClr>
                          <a:schemeClr val="dk1"/>
                        </a:buClr>
                        <a:buFont typeface="Arial"/>
                        <a:buNone/>
                      </a:pPr>
                      <a:r>
                        <a:rPr lang="en-US" sz="1000" u="sng">
                          <a:solidFill>
                            <a:schemeClr val="hlink"/>
                          </a:solidFill>
                          <a:hlinkClick r:id="rId7"/>
                        </a:rPr>
                        <a:t>detect.py</a:t>
                      </a:r>
                      <a:r>
                        <a:rPr lang="en-US" sz="1000"/>
                        <a:t>, </a:t>
                      </a:r>
                      <a:r>
                        <a:rPr lang="en-US" sz="1000" u="sng">
                          <a:solidFill>
                            <a:schemeClr val="hlink"/>
                          </a:solidFill>
                          <a:hlinkClick r:id="rId8"/>
                        </a:rPr>
                        <a:t>changedetection.py</a:t>
                      </a:r>
                      <a:r>
                        <a:rPr lang="en-US" sz="1000"/>
                        <a:t>, </a:t>
                      </a:r>
                      <a:r>
                        <a:rPr lang="en-US" sz="1000" u="sng">
                          <a:solidFill>
                            <a:schemeClr val="hlink"/>
                          </a:solidFill>
                          <a:hlinkClick r:id="rId9"/>
                        </a:rPr>
                        <a:t>analysis.py</a:t>
                      </a:r>
                      <a:endParaRPr sz="1000" u="none" cap="none" strike="noStrike"/>
                    </a:p>
                  </a:txBody>
                  <a:tcPr marT="45725" marB="45725" marR="91450" marL="91450" anchor="ctr"/>
                </a:tc>
              </a:tr>
              <a:tr h="127000">
                <a:tc rowSpan="5">
                  <a:txBody>
                    <a:bodyPr/>
                    <a:lstStyle/>
                    <a:p>
                      <a:pPr indent="0" lvl="0" marL="0" marR="0" rtl="0" algn="l">
                        <a:spcBef>
                          <a:spcPts val="0"/>
                        </a:spcBef>
                        <a:spcAft>
                          <a:spcPts val="0"/>
                        </a:spcAft>
                        <a:buNone/>
                      </a:pPr>
                      <a:r>
                        <a:rPr lang="en-US" sz="1000" u="none" cap="none" strike="noStrike"/>
                        <a:t>2. Service System(Python, Django 기반, Pythonanywhere 클라우드상 서비스 구동, 일부 확장 기능 가능)</a:t>
                      </a:r>
                      <a:endParaRPr/>
                    </a:p>
                  </a:txBody>
                  <a:tcPr marT="45725" marB="45725" marR="91450" marL="91450" anchor="ctr"/>
                </a:tc>
                <a:tc>
                  <a:txBody>
                    <a:bodyPr/>
                    <a:lstStyle/>
                    <a:p>
                      <a:pPr indent="0" lvl="0" marL="0" marR="0" rtl="0" algn="l">
                        <a:spcBef>
                          <a:spcPts val="0"/>
                        </a:spcBef>
                        <a:spcAft>
                          <a:spcPts val="0"/>
                        </a:spcAft>
                        <a:buNone/>
                      </a:pPr>
                      <a:r>
                        <a:rPr lang="en-US" sz="1000" u="none" cap="none" strike="noStrike"/>
                        <a:t>2-1. 사용자 보안 기능(보안키를 이용한 로그인, 공통)</a:t>
                      </a:r>
                      <a:endParaRPr/>
                    </a:p>
                  </a:txBody>
                  <a:tcPr marT="45725" marB="45725" marR="91450" marL="91450" anchor="ctr"/>
                </a:tc>
                <a:tc>
                  <a:txBody>
                    <a:bodyPr/>
                    <a:lstStyle/>
                    <a:p>
                      <a:pPr indent="0" lvl="0" marL="0" rtl="0" algn="l">
                        <a:spcBef>
                          <a:spcPts val="0"/>
                        </a:spcBef>
                        <a:spcAft>
                          <a:spcPts val="0"/>
                        </a:spcAft>
                        <a:buClr>
                          <a:schemeClr val="dk1"/>
                        </a:buClr>
                        <a:buFont typeface="Arial"/>
                        <a:buNone/>
                      </a:pPr>
                      <a:r>
                        <a:rPr i="1" lang="en-US" sz="1000">
                          <a:solidFill>
                            <a:srgbClr val="FF0000"/>
                          </a:solidFill>
                        </a:rPr>
                        <a:t>O</a:t>
                      </a:r>
                      <a:endParaRPr sz="1000" u="none" cap="none" strike="noStrike"/>
                    </a:p>
                  </a:txBody>
                  <a:tcPr marT="45725" marB="45725" marR="91450" marL="91450" anchor="ctr"/>
                </a:tc>
                <a:tc>
                  <a:txBody>
                    <a:bodyPr/>
                    <a:lstStyle/>
                    <a:p>
                      <a:pPr indent="0" lvl="0" marL="0" marR="0" rtl="0" algn="l">
                        <a:spcBef>
                          <a:spcPts val="0"/>
                        </a:spcBef>
                        <a:spcAft>
                          <a:spcPts val="0"/>
                        </a:spcAft>
                        <a:buNone/>
                      </a:pPr>
                      <a:r>
                        <a:t/>
                      </a:r>
                      <a:endParaRPr sz="1000" u="none" cap="none" strike="noStrike"/>
                    </a:p>
                  </a:txBody>
                  <a:tcPr marT="45725" marB="45725" marR="91450" marL="91450" anchor="ctr"/>
                </a:tc>
                <a:tc>
                  <a:txBody>
                    <a:bodyPr/>
                    <a:lstStyle/>
                    <a:p>
                      <a:pPr indent="0" lvl="0" marL="0" rtl="0" algn="l">
                        <a:spcBef>
                          <a:spcPts val="0"/>
                        </a:spcBef>
                        <a:spcAft>
                          <a:spcPts val="0"/>
                        </a:spcAft>
                        <a:buClr>
                          <a:schemeClr val="dk1"/>
                        </a:buClr>
                        <a:buFont typeface="Arial"/>
                        <a:buNone/>
                      </a:pPr>
                      <a:r>
                        <a:rPr lang="en-US" sz="1000"/>
                        <a:t>MainServer directory</a:t>
                      </a:r>
                      <a:endParaRPr sz="1000" u="none" cap="none" strike="noStrike"/>
                    </a:p>
                  </a:txBody>
                  <a:tcPr marT="45725" marB="45725" marR="91450" marL="91450" anchor="ctr"/>
                </a:tc>
              </a:tr>
              <a:tr h="127000">
                <a:tc vMerge="1"/>
                <a:tc>
                  <a:txBody>
                    <a:bodyPr/>
                    <a:lstStyle/>
                    <a:p>
                      <a:pPr indent="0" lvl="0" marL="0" marR="0" rtl="0" algn="l">
                        <a:spcBef>
                          <a:spcPts val="0"/>
                        </a:spcBef>
                        <a:spcAft>
                          <a:spcPts val="0"/>
                        </a:spcAft>
                        <a:buNone/>
                      </a:pPr>
                      <a:r>
                        <a:rPr lang="en-US" sz="1000" u="none" cap="none" strike="noStrike"/>
                        <a:t>2-2. Image Blog 및 관리 기능(공통, 일부 확장 기능 가능)</a:t>
                      </a:r>
                      <a:endParaRPr/>
                    </a:p>
                  </a:txBody>
                  <a:tcPr marT="45725" marB="45725" marR="91450" marL="91450" anchor="ctr"/>
                </a:tc>
                <a:tc>
                  <a:txBody>
                    <a:bodyPr/>
                    <a:lstStyle/>
                    <a:p>
                      <a:pPr indent="0" lvl="0" marL="0" rtl="0" algn="l">
                        <a:spcBef>
                          <a:spcPts val="0"/>
                        </a:spcBef>
                        <a:spcAft>
                          <a:spcPts val="0"/>
                        </a:spcAft>
                        <a:buClr>
                          <a:schemeClr val="dk1"/>
                        </a:buClr>
                        <a:buFont typeface="Arial"/>
                        <a:buNone/>
                      </a:pPr>
                      <a:r>
                        <a:rPr i="1" lang="en-US" sz="1000">
                          <a:solidFill>
                            <a:srgbClr val="FF0000"/>
                          </a:solidFill>
                        </a:rPr>
                        <a:t>O</a:t>
                      </a:r>
                      <a:endParaRPr sz="1000" u="none" cap="none" strike="noStrike"/>
                    </a:p>
                  </a:txBody>
                  <a:tcPr marT="45725" marB="45725" marR="91450" marL="91450" anchor="ctr"/>
                </a:tc>
                <a:tc>
                  <a:txBody>
                    <a:bodyPr/>
                    <a:lstStyle/>
                    <a:p>
                      <a:pPr indent="0" lvl="0" marL="0" marR="0" rtl="0" algn="l">
                        <a:spcBef>
                          <a:spcPts val="0"/>
                        </a:spcBef>
                        <a:spcAft>
                          <a:spcPts val="0"/>
                        </a:spcAft>
                        <a:buNone/>
                      </a:pPr>
                      <a:r>
                        <a:t/>
                      </a:r>
                      <a:endParaRPr sz="1000" u="none" cap="none" strike="noStrike"/>
                    </a:p>
                  </a:txBody>
                  <a:tcPr marT="45725" marB="45725" marR="91450" marL="91450" anchor="ctr"/>
                </a:tc>
                <a:tc>
                  <a:txBody>
                    <a:bodyPr/>
                    <a:lstStyle/>
                    <a:p>
                      <a:pPr indent="0" lvl="0" marL="0" rtl="0" algn="l">
                        <a:spcBef>
                          <a:spcPts val="0"/>
                        </a:spcBef>
                        <a:spcAft>
                          <a:spcPts val="0"/>
                        </a:spcAft>
                        <a:buClr>
                          <a:schemeClr val="dk1"/>
                        </a:buClr>
                        <a:buFont typeface="Arial"/>
                        <a:buNone/>
                      </a:pPr>
                      <a:r>
                        <a:rPr lang="en-US" sz="1000"/>
                        <a:t>MainServer directory</a:t>
                      </a:r>
                      <a:endParaRPr sz="1000" u="none" cap="none" strike="noStrike"/>
                    </a:p>
                  </a:txBody>
                  <a:tcPr marT="45725" marB="45725" marR="91450" marL="91450" anchor="ctr"/>
                </a:tc>
              </a:tr>
              <a:tr h="127000">
                <a:tc vMerge="1"/>
                <a:tc>
                  <a:txBody>
                    <a:bodyPr/>
                    <a:lstStyle/>
                    <a:p>
                      <a:pPr indent="0" lvl="0" marL="0" marR="0" rtl="0" algn="l">
                        <a:spcBef>
                          <a:spcPts val="0"/>
                        </a:spcBef>
                        <a:spcAft>
                          <a:spcPts val="0"/>
                        </a:spcAft>
                        <a:buNone/>
                      </a:pPr>
                      <a:r>
                        <a:rPr lang="en-US" sz="1000" u="none" cap="none" strike="noStrike"/>
                        <a:t>2-3. 게시를 위한 HTTP Restfull API 제공(공통)</a:t>
                      </a:r>
                      <a:endParaRPr/>
                    </a:p>
                  </a:txBody>
                  <a:tcPr marT="45725" marB="45725" marR="91450" marL="91450" anchor="ctr"/>
                </a:tc>
                <a:tc>
                  <a:txBody>
                    <a:bodyPr/>
                    <a:lstStyle/>
                    <a:p>
                      <a:pPr indent="0" lvl="0" marL="0" rtl="0" algn="l">
                        <a:spcBef>
                          <a:spcPts val="0"/>
                        </a:spcBef>
                        <a:spcAft>
                          <a:spcPts val="0"/>
                        </a:spcAft>
                        <a:buClr>
                          <a:schemeClr val="dk1"/>
                        </a:buClr>
                        <a:buFont typeface="Arial"/>
                        <a:buNone/>
                      </a:pPr>
                      <a:r>
                        <a:rPr i="1" lang="en-US" sz="1000">
                          <a:solidFill>
                            <a:srgbClr val="FF0000"/>
                          </a:solidFill>
                        </a:rPr>
                        <a:t>O</a:t>
                      </a:r>
                      <a:endParaRPr sz="1000" u="none" cap="none" strike="noStrike"/>
                    </a:p>
                  </a:txBody>
                  <a:tcPr marT="45725" marB="45725" marR="91450" marL="91450" anchor="ctr"/>
                </a:tc>
                <a:tc>
                  <a:txBody>
                    <a:bodyPr/>
                    <a:lstStyle/>
                    <a:p>
                      <a:pPr indent="0" lvl="0" marL="0" marR="0" rtl="0" algn="l">
                        <a:spcBef>
                          <a:spcPts val="0"/>
                        </a:spcBef>
                        <a:spcAft>
                          <a:spcPts val="0"/>
                        </a:spcAft>
                        <a:buNone/>
                      </a:pPr>
                      <a:r>
                        <a:t/>
                      </a:r>
                      <a:endParaRPr sz="1000" u="none" cap="none" strike="noStrike"/>
                    </a:p>
                  </a:txBody>
                  <a:tcPr marT="45725" marB="45725" marR="91450" marL="91450" anchor="ctr"/>
                </a:tc>
                <a:tc>
                  <a:txBody>
                    <a:bodyPr/>
                    <a:lstStyle/>
                    <a:p>
                      <a:pPr indent="0" lvl="0" marL="0" rtl="0" algn="l">
                        <a:spcBef>
                          <a:spcPts val="0"/>
                        </a:spcBef>
                        <a:spcAft>
                          <a:spcPts val="0"/>
                        </a:spcAft>
                        <a:buClr>
                          <a:schemeClr val="dk1"/>
                        </a:buClr>
                        <a:buFont typeface="Arial"/>
                        <a:buNone/>
                      </a:pPr>
                      <a:r>
                        <a:rPr lang="en-US" sz="1000"/>
                        <a:t>MainServer directory</a:t>
                      </a:r>
                      <a:endParaRPr sz="1000" u="none" cap="none" strike="noStrike"/>
                    </a:p>
                  </a:txBody>
                  <a:tcPr marT="45725" marB="45725" marR="91450" marL="91450" anchor="ctr"/>
                </a:tc>
              </a:tr>
              <a:tr h="127000">
                <a:tc vMerge="1"/>
                <a:tc>
                  <a:txBody>
                    <a:bodyPr/>
                    <a:lstStyle/>
                    <a:p>
                      <a:pPr indent="0" lvl="0" marL="0" marR="0" rtl="0" algn="l">
                        <a:spcBef>
                          <a:spcPts val="0"/>
                        </a:spcBef>
                        <a:spcAft>
                          <a:spcPts val="0"/>
                        </a:spcAft>
                        <a:buNone/>
                      </a:pPr>
                      <a:r>
                        <a:rPr lang="en-US" sz="1000" u="none" cap="none" strike="noStrike"/>
                        <a:t>2-4. Image 목록, 획득을 위한 HTTP Restfull API 제공(신규 추가 필요)</a:t>
                      </a:r>
                      <a:endParaRPr/>
                    </a:p>
                  </a:txBody>
                  <a:tcPr marT="45725" marB="45725" marR="91450" marL="91450" anchor="ctr"/>
                </a:tc>
                <a:tc>
                  <a:txBody>
                    <a:bodyPr/>
                    <a:lstStyle/>
                    <a:p>
                      <a:pPr indent="0" lvl="0" marL="0" rtl="0" algn="l">
                        <a:spcBef>
                          <a:spcPts val="0"/>
                        </a:spcBef>
                        <a:spcAft>
                          <a:spcPts val="0"/>
                        </a:spcAft>
                        <a:buClr>
                          <a:schemeClr val="dk1"/>
                        </a:buClr>
                        <a:buFont typeface="Arial"/>
                        <a:buNone/>
                      </a:pPr>
                      <a:r>
                        <a:rPr i="1" lang="en-US" sz="1000">
                          <a:solidFill>
                            <a:srgbClr val="FF0000"/>
                          </a:solidFill>
                        </a:rPr>
                        <a:t>O</a:t>
                      </a:r>
                      <a:endParaRPr sz="1000" u="none" cap="none" strike="noStrike"/>
                    </a:p>
                  </a:txBody>
                  <a:tcPr marT="45725" marB="45725" marR="91450" marL="91450" anchor="ctr"/>
                </a:tc>
                <a:tc>
                  <a:txBody>
                    <a:bodyPr/>
                    <a:lstStyle/>
                    <a:p>
                      <a:pPr indent="0" lvl="0" marL="0" marR="0" rtl="0" algn="l">
                        <a:spcBef>
                          <a:spcPts val="0"/>
                        </a:spcBef>
                        <a:spcAft>
                          <a:spcPts val="0"/>
                        </a:spcAft>
                        <a:buNone/>
                      </a:pPr>
                      <a:r>
                        <a:t/>
                      </a:r>
                      <a:endParaRPr sz="1000" u="none" cap="none" strike="noStrike"/>
                    </a:p>
                  </a:txBody>
                  <a:tcPr marT="45725" marB="45725" marR="91450" marL="91450" anchor="ctr"/>
                </a:tc>
                <a:tc>
                  <a:txBody>
                    <a:bodyPr/>
                    <a:lstStyle/>
                    <a:p>
                      <a:pPr indent="0" lvl="0" marL="0" rtl="0" algn="l">
                        <a:spcBef>
                          <a:spcPts val="0"/>
                        </a:spcBef>
                        <a:spcAft>
                          <a:spcPts val="0"/>
                        </a:spcAft>
                        <a:buClr>
                          <a:schemeClr val="dk1"/>
                        </a:buClr>
                        <a:buFont typeface="Arial"/>
                        <a:buNone/>
                      </a:pPr>
                      <a:r>
                        <a:rPr lang="en-US" sz="1000"/>
                        <a:t>MainServer directory</a:t>
                      </a:r>
                      <a:endParaRPr sz="1000" u="none" cap="none" strike="noStrike"/>
                    </a:p>
                  </a:txBody>
                  <a:tcPr marT="45725" marB="45725" marR="91450" marL="91450" anchor="ctr"/>
                </a:tc>
              </a:tr>
              <a:tr h="127000">
                <a:tc vMerge="1"/>
                <a:tc>
                  <a:txBody>
                    <a:bodyPr/>
                    <a:lstStyle/>
                    <a:p>
                      <a:pPr indent="0" lvl="0" marL="0" marR="0" rtl="0" algn="l">
                        <a:spcBef>
                          <a:spcPts val="0"/>
                        </a:spcBef>
                        <a:spcAft>
                          <a:spcPts val="0"/>
                        </a:spcAft>
                        <a:buNone/>
                      </a:pPr>
                      <a:r>
                        <a:rPr lang="en-US" sz="1000" u="none" cap="none" strike="noStrike"/>
                        <a:t>2-5. 기타 추가 기능 (더 있을 경우 아래 표 추가)</a:t>
                      </a:r>
                      <a:endParaRPr sz="1000" u="none" cap="none" strike="noStrike"/>
                    </a:p>
                  </a:txBody>
                  <a:tcPr marT="45725" marB="45725" marR="91450" marL="91450" anchor="ctr"/>
                </a:tc>
                <a:tc>
                  <a:txBody>
                    <a:bodyPr/>
                    <a:lstStyle/>
                    <a:p>
                      <a:pPr indent="0" lvl="0" marL="0" rtl="0" algn="l">
                        <a:spcBef>
                          <a:spcPts val="0"/>
                        </a:spcBef>
                        <a:spcAft>
                          <a:spcPts val="0"/>
                        </a:spcAft>
                        <a:buClr>
                          <a:schemeClr val="dk1"/>
                        </a:buClr>
                        <a:buFont typeface="Arial"/>
                        <a:buNone/>
                      </a:pPr>
                      <a:r>
                        <a:rPr i="1" lang="en-US" sz="1000">
                          <a:solidFill>
                            <a:srgbClr val="FF0000"/>
                          </a:solidFill>
                        </a:rPr>
                        <a:t>X</a:t>
                      </a:r>
                      <a:endParaRPr sz="1000" u="none" cap="none" strike="noStrike"/>
                    </a:p>
                  </a:txBody>
                  <a:tcPr marT="45725" marB="45725" marR="91450" marL="91450" anchor="ctr"/>
                </a:tc>
                <a:tc>
                  <a:txBody>
                    <a:bodyPr/>
                    <a:lstStyle/>
                    <a:p>
                      <a:pPr indent="0" lvl="0" marL="0" marR="0" rtl="0" algn="l">
                        <a:spcBef>
                          <a:spcPts val="0"/>
                        </a:spcBef>
                        <a:spcAft>
                          <a:spcPts val="0"/>
                        </a:spcAft>
                        <a:buNone/>
                      </a:pPr>
                      <a:r>
                        <a:t/>
                      </a:r>
                      <a:endParaRPr sz="1000" u="none" cap="none" strike="noStrike"/>
                    </a:p>
                  </a:txBody>
                  <a:tcPr marT="45725" marB="45725" marR="91450" marL="91450" anchor="ctr"/>
                </a:tc>
                <a:tc>
                  <a:txBody>
                    <a:bodyPr/>
                    <a:lstStyle/>
                    <a:p>
                      <a:pPr indent="0" lvl="0" marL="0" marR="0" rtl="0" algn="l">
                        <a:spcBef>
                          <a:spcPts val="0"/>
                        </a:spcBef>
                        <a:spcAft>
                          <a:spcPts val="0"/>
                        </a:spcAft>
                        <a:buNone/>
                      </a:pPr>
                      <a:r>
                        <a:t/>
                      </a:r>
                      <a:endParaRPr sz="1000" u="none" cap="none" strike="noStrike"/>
                    </a:p>
                  </a:txBody>
                  <a:tcPr marT="45725" marB="45725" marR="91450" marL="91450" anchor="ctr"/>
                </a:tc>
              </a:tr>
              <a:tr h="127000">
                <a:tc rowSpan="4">
                  <a:txBody>
                    <a:bodyPr/>
                    <a:lstStyle/>
                    <a:p>
                      <a:pPr indent="0" lvl="0" marL="0" marR="0" rtl="0" algn="l">
                        <a:spcBef>
                          <a:spcPts val="0"/>
                        </a:spcBef>
                        <a:spcAft>
                          <a:spcPts val="0"/>
                        </a:spcAft>
                        <a:buNone/>
                      </a:pPr>
                      <a:r>
                        <a:rPr lang="en-US" sz="1000" u="none" cap="none" strike="noStrike"/>
                        <a:t>3. Client System(Android, Native App, 개별 제안)</a:t>
                      </a:r>
                      <a:endParaRPr/>
                    </a:p>
                  </a:txBody>
                  <a:tcPr marT="45725" marB="45725" marR="91450" marL="91450" anchor="ctr"/>
                </a:tc>
                <a:tc>
                  <a:txBody>
                    <a:bodyPr/>
                    <a:lstStyle/>
                    <a:p>
                      <a:pPr indent="0" lvl="0" marL="0" marR="0" rtl="0" algn="l">
                        <a:spcBef>
                          <a:spcPts val="0"/>
                        </a:spcBef>
                        <a:spcAft>
                          <a:spcPts val="0"/>
                        </a:spcAft>
                        <a:buNone/>
                      </a:pPr>
                      <a:r>
                        <a:rPr lang="en-US" sz="1000" u="none" cap="none" strike="noStrike"/>
                        <a:t>3.1. Image list view 기능(공통 기능, 개별 제안)</a:t>
                      </a:r>
                      <a:endParaRPr/>
                    </a:p>
                  </a:txBody>
                  <a:tcPr marT="45725" marB="45725" marR="91450" marL="91450" anchor="ctr"/>
                </a:tc>
                <a:tc>
                  <a:txBody>
                    <a:bodyPr/>
                    <a:lstStyle/>
                    <a:p>
                      <a:pPr indent="0" lvl="0" marL="0" rtl="0" algn="l">
                        <a:spcBef>
                          <a:spcPts val="0"/>
                        </a:spcBef>
                        <a:spcAft>
                          <a:spcPts val="0"/>
                        </a:spcAft>
                        <a:buClr>
                          <a:schemeClr val="dk1"/>
                        </a:buClr>
                        <a:buFont typeface="Arial"/>
                        <a:buNone/>
                      </a:pPr>
                      <a:r>
                        <a:rPr i="1" lang="en-US" sz="1000">
                          <a:solidFill>
                            <a:srgbClr val="FF0000"/>
                          </a:solidFill>
                        </a:rPr>
                        <a:t>O</a:t>
                      </a:r>
                      <a:endParaRPr sz="1000" u="none" cap="none" strike="noStrike"/>
                    </a:p>
                  </a:txBody>
                  <a:tcPr marT="45725" marB="45725" marR="91450" marL="91450" anchor="ctr"/>
                </a:tc>
                <a:tc>
                  <a:txBody>
                    <a:bodyPr/>
                    <a:lstStyle/>
                    <a:p>
                      <a:pPr indent="0" lvl="0" marL="0" marR="0" rtl="0" algn="l">
                        <a:spcBef>
                          <a:spcPts val="0"/>
                        </a:spcBef>
                        <a:spcAft>
                          <a:spcPts val="0"/>
                        </a:spcAft>
                        <a:buNone/>
                      </a:pPr>
                      <a:r>
                        <a:t/>
                      </a:r>
                      <a:endParaRPr sz="1000" u="none" cap="none" strike="noStrike"/>
                    </a:p>
                  </a:txBody>
                  <a:tcPr marT="45725" marB="45725" marR="91450" marL="91450" anchor="ctr"/>
                </a:tc>
                <a:tc>
                  <a:txBody>
                    <a:bodyPr/>
                    <a:lstStyle/>
                    <a:p>
                      <a:pPr indent="0" lvl="0" marL="0" marR="0" rtl="0" algn="l">
                        <a:spcBef>
                          <a:spcPts val="0"/>
                        </a:spcBef>
                        <a:spcAft>
                          <a:spcPts val="0"/>
                        </a:spcAft>
                        <a:buNone/>
                      </a:pPr>
                      <a:r>
                        <a:rPr lang="en-US" sz="1000"/>
                        <a:t>Client </a:t>
                      </a:r>
                      <a:r>
                        <a:rPr lang="en-US" sz="1000"/>
                        <a:t>directory</a:t>
                      </a:r>
                      <a:endParaRPr sz="1000" u="none" cap="none" strike="noStrike"/>
                    </a:p>
                  </a:txBody>
                  <a:tcPr marT="45725" marB="45725" marR="91450" marL="91450" anchor="ctr"/>
                </a:tc>
              </a:tr>
              <a:tr h="127000">
                <a:tc vMerge="1"/>
                <a:tc>
                  <a:txBody>
                    <a:bodyPr/>
                    <a:lstStyle/>
                    <a:p>
                      <a:pPr indent="0" lvl="0" marL="0" marR="0" rtl="0" algn="l">
                        <a:spcBef>
                          <a:spcPts val="0"/>
                        </a:spcBef>
                        <a:spcAft>
                          <a:spcPts val="0"/>
                        </a:spcAft>
                        <a:buNone/>
                      </a:pPr>
                      <a:r>
                        <a:rPr lang="en-US" sz="1000" u="none" cap="none" strike="noStrike"/>
                        <a:t>3.2. Image 목록, 획득을 위한 HTTP Restfull API 사용(신규 추가 필요)</a:t>
                      </a:r>
                      <a:endParaRPr/>
                    </a:p>
                  </a:txBody>
                  <a:tcPr marT="45725" marB="45725" marR="91450" marL="91450" anchor="ctr"/>
                </a:tc>
                <a:tc>
                  <a:txBody>
                    <a:bodyPr/>
                    <a:lstStyle/>
                    <a:p>
                      <a:pPr indent="0" lvl="0" marL="0" rtl="0" algn="l">
                        <a:spcBef>
                          <a:spcPts val="0"/>
                        </a:spcBef>
                        <a:spcAft>
                          <a:spcPts val="0"/>
                        </a:spcAft>
                        <a:buClr>
                          <a:schemeClr val="dk1"/>
                        </a:buClr>
                        <a:buFont typeface="Arial"/>
                        <a:buNone/>
                      </a:pPr>
                      <a:r>
                        <a:rPr i="1" lang="en-US" sz="1000">
                          <a:solidFill>
                            <a:srgbClr val="FF0000"/>
                          </a:solidFill>
                        </a:rPr>
                        <a:t>O</a:t>
                      </a:r>
                      <a:endParaRPr sz="1000" u="none" cap="none" strike="noStrike"/>
                    </a:p>
                  </a:txBody>
                  <a:tcPr marT="45725" marB="45725" marR="91450" marL="91450" anchor="ctr"/>
                </a:tc>
                <a:tc>
                  <a:txBody>
                    <a:bodyPr/>
                    <a:lstStyle/>
                    <a:p>
                      <a:pPr indent="0" lvl="0" marL="0" marR="0" rtl="0" algn="l">
                        <a:spcBef>
                          <a:spcPts val="0"/>
                        </a:spcBef>
                        <a:spcAft>
                          <a:spcPts val="0"/>
                        </a:spcAft>
                        <a:buNone/>
                      </a:pPr>
                      <a:r>
                        <a:t/>
                      </a:r>
                      <a:endParaRPr sz="1000" u="none" cap="none" strike="noStrike"/>
                    </a:p>
                  </a:txBody>
                  <a:tcPr marT="45725" marB="45725" marR="91450" marL="91450" anchor="ctr"/>
                </a:tc>
                <a:tc>
                  <a:txBody>
                    <a:bodyPr/>
                    <a:lstStyle/>
                    <a:p>
                      <a:pPr indent="0" lvl="0" marL="0" rtl="0" algn="l">
                        <a:spcBef>
                          <a:spcPts val="0"/>
                        </a:spcBef>
                        <a:spcAft>
                          <a:spcPts val="0"/>
                        </a:spcAft>
                        <a:buClr>
                          <a:schemeClr val="dk1"/>
                        </a:buClr>
                        <a:buFont typeface="Arial"/>
                        <a:buNone/>
                      </a:pPr>
                      <a:r>
                        <a:rPr lang="en-US" sz="1000"/>
                        <a:t>Client directory</a:t>
                      </a:r>
                      <a:endParaRPr sz="1000" u="none" cap="none" strike="noStrike"/>
                    </a:p>
                  </a:txBody>
                  <a:tcPr marT="45725" marB="45725" marR="91450" marL="91450" anchor="ctr"/>
                </a:tc>
              </a:tr>
              <a:tr h="127000">
                <a:tc vMerge="1"/>
                <a:tc>
                  <a:txBody>
                    <a:bodyPr/>
                    <a:lstStyle/>
                    <a:p>
                      <a:pPr indent="0" lvl="0" marL="0" marR="0" rtl="0" algn="l">
                        <a:spcBef>
                          <a:spcPts val="0"/>
                        </a:spcBef>
                        <a:spcAft>
                          <a:spcPts val="0"/>
                        </a:spcAft>
                        <a:buNone/>
                      </a:pPr>
                      <a:r>
                        <a:rPr lang="en-US" sz="1000" u="none" cap="none" strike="noStrike"/>
                        <a:t>3.3. 공통기능 및 추가기능을 활용한 사용자 시나리오 및 UI 제공 (신규 추가 필요)</a:t>
                      </a:r>
                      <a:endParaRPr/>
                    </a:p>
                  </a:txBody>
                  <a:tcPr marT="45725" marB="45725" marR="91450" marL="91450" anchor="ctr"/>
                </a:tc>
                <a:tc>
                  <a:txBody>
                    <a:bodyPr/>
                    <a:lstStyle/>
                    <a:p>
                      <a:pPr indent="0" lvl="0" marL="0" rtl="0" algn="l">
                        <a:spcBef>
                          <a:spcPts val="0"/>
                        </a:spcBef>
                        <a:spcAft>
                          <a:spcPts val="0"/>
                        </a:spcAft>
                        <a:buClr>
                          <a:schemeClr val="dk1"/>
                        </a:buClr>
                        <a:buFont typeface="Arial"/>
                        <a:buNone/>
                      </a:pPr>
                      <a:r>
                        <a:rPr i="1" lang="en-US" sz="1000">
                          <a:solidFill>
                            <a:srgbClr val="FF0000"/>
                          </a:solidFill>
                        </a:rPr>
                        <a:t>O</a:t>
                      </a:r>
                      <a:endParaRPr sz="1000" u="none" cap="none" strike="noStrike"/>
                    </a:p>
                  </a:txBody>
                  <a:tcPr marT="45725" marB="45725" marR="91450" marL="91450" anchor="ctr"/>
                </a:tc>
                <a:tc>
                  <a:txBody>
                    <a:bodyPr/>
                    <a:lstStyle/>
                    <a:p>
                      <a:pPr indent="0" lvl="0" marL="0" marR="0" rtl="0" algn="l">
                        <a:spcBef>
                          <a:spcPts val="0"/>
                        </a:spcBef>
                        <a:spcAft>
                          <a:spcPts val="0"/>
                        </a:spcAft>
                        <a:buNone/>
                      </a:pPr>
                      <a:r>
                        <a:t/>
                      </a:r>
                      <a:endParaRPr sz="1000" u="none" cap="none" strike="noStrike"/>
                    </a:p>
                  </a:txBody>
                  <a:tcPr marT="45725" marB="45725" marR="91450" marL="91450" anchor="ctr"/>
                </a:tc>
                <a:tc>
                  <a:txBody>
                    <a:bodyPr/>
                    <a:lstStyle/>
                    <a:p>
                      <a:pPr indent="0" lvl="0" marL="0" rtl="0" algn="l">
                        <a:spcBef>
                          <a:spcPts val="0"/>
                        </a:spcBef>
                        <a:spcAft>
                          <a:spcPts val="0"/>
                        </a:spcAft>
                        <a:buClr>
                          <a:schemeClr val="dk1"/>
                        </a:buClr>
                        <a:buFont typeface="Arial"/>
                        <a:buNone/>
                      </a:pPr>
                      <a:r>
                        <a:rPr lang="en-US" sz="1000"/>
                        <a:t>Client directory</a:t>
                      </a:r>
                      <a:endParaRPr sz="1000" u="none" cap="none" strike="noStrike"/>
                    </a:p>
                  </a:txBody>
                  <a:tcPr marT="45725" marB="45725" marR="91450" marL="91450" anchor="ctr"/>
                </a:tc>
              </a:tr>
              <a:tr h="127000">
                <a:tc vMerge="1"/>
                <a:tc>
                  <a:txBody>
                    <a:bodyPr/>
                    <a:lstStyle/>
                    <a:p>
                      <a:pPr indent="0" lvl="0" marL="0" marR="0" rtl="0" algn="l">
                        <a:spcBef>
                          <a:spcPts val="0"/>
                        </a:spcBef>
                        <a:spcAft>
                          <a:spcPts val="0"/>
                        </a:spcAft>
                        <a:buNone/>
                      </a:pPr>
                      <a:r>
                        <a:rPr lang="en-US" sz="1000" u="none" cap="none" strike="noStrike"/>
                        <a:t>3-4. 추가 기능</a:t>
                      </a:r>
                      <a:endParaRPr/>
                    </a:p>
                  </a:txBody>
                  <a:tcPr marT="45725" marB="45725" marR="91450" marL="91450" anchor="ctr"/>
                </a:tc>
                <a:tc>
                  <a:txBody>
                    <a:bodyPr/>
                    <a:lstStyle/>
                    <a:p>
                      <a:pPr indent="0" lvl="0" marL="0" rtl="0" algn="l">
                        <a:spcBef>
                          <a:spcPts val="0"/>
                        </a:spcBef>
                        <a:spcAft>
                          <a:spcPts val="0"/>
                        </a:spcAft>
                        <a:buClr>
                          <a:schemeClr val="dk1"/>
                        </a:buClr>
                        <a:buFont typeface="Arial"/>
                        <a:buNone/>
                      </a:pPr>
                      <a:r>
                        <a:rPr i="1" lang="en-US" sz="1000">
                          <a:solidFill>
                            <a:srgbClr val="FF0000"/>
                          </a:solidFill>
                        </a:rPr>
                        <a:t>X</a:t>
                      </a:r>
                      <a:endParaRPr sz="1000" u="none" cap="none" strike="noStrike"/>
                    </a:p>
                  </a:txBody>
                  <a:tcPr marT="45725" marB="45725" marR="91450" marL="91450" anchor="ctr"/>
                </a:tc>
                <a:tc>
                  <a:txBody>
                    <a:bodyPr/>
                    <a:lstStyle/>
                    <a:p>
                      <a:pPr indent="0" lvl="0" marL="0" marR="0" rtl="0" algn="l">
                        <a:spcBef>
                          <a:spcPts val="0"/>
                        </a:spcBef>
                        <a:spcAft>
                          <a:spcPts val="0"/>
                        </a:spcAft>
                        <a:buNone/>
                      </a:pPr>
                      <a:r>
                        <a:t/>
                      </a:r>
                      <a:endParaRPr sz="1000" u="none" cap="none" strike="noStrike"/>
                    </a:p>
                  </a:txBody>
                  <a:tcPr marT="45725" marB="45725" marR="91450" marL="91450" anchor="ctr"/>
                </a:tc>
                <a:tc>
                  <a:txBody>
                    <a:bodyPr/>
                    <a:lstStyle/>
                    <a:p>
                      <a:pPr indent="0" lvl="0" marL="0" marR="0" rtl="0" algn="l">
                        <a:spcBef>
                          <a:spcPts val="0"/>
                        </a:spcBef>
                        <a:spcAft>
                          <a:spcPts val="0"/>
                        </a:spcAft>
                        <a:buClr>
                          <a:srgbClr val="000000"/>
                        </a:buClr>
                        <a:buFont typeface="Arial"/>
                        <a:buNone/>
                      </a:pPr>
                      <a:r>
                        <a:t/>
                      </a:r>
                      <a:endParaRPr sz="1000" u="none" cap="none" strike="noStrike"/>
                    </a:p>
                  </a:txBody>
                  <a:tcPr marT="45725" marB="45725" marR="91450" marL="91450" anchor="ct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8"/>
          <p:cNvSpPr txBox="1"/>
          <p:nvPr>
            <p:ph type="title"/>
          </p:nvPr>
        </p:nvSpPr>
        <p:spPr>
          <a:xfrm>
            <a:off x="574040" y="609888"/>
            <a:ext cx="8757919" cy="30777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chemeClr val="dk2"/>
                </a:solidFill>
              </a:rPr>
              <a:t>기능 - 1. Edge System(Python 기반, 공통)</a:t>
            </a:r>
            <a:endParaRPr/>
          </a:p>
        </p:txBody>
      </p:sp>
      <p:sp>
        <p:nvSpPr>
          <p:cNvPr id="160" name="Google Shape;160;p8"/>
          <p:cNvSpPr txBox="1"/>
          <p:nvPr>
            <p:ph idx="1" type="body"/>
          </p:nvPr>
        </p:nvSpPr>
        <p:spPr>
          <a:xfrm>
            <a:off x="495300" y="1143000"/>
            <a:ext cx="4309200" cy="1385400"/>
          </a:xfrm>
          <a:prstGeom prst="rect">
            <a:avLst/>
          </a:prstGeom>
          <a:noFill/>
          <a:ln>
            <a:noFill/>
          </a:ln>
        </p:spPr>
        <p:txBody>
          <a:bodyPr anchorCtr="0" anchor="t" bIns="0" lIns="0" spcFirstLastPara="1" rIns="0" wrap="square" tIns="0">
            <a:spAutoFit/>
          </a:bodyPr>
          <a:lstStyle/>
          <a:p>
            <a:pPr indent="0" lvl="0" marL="12065" rtl="0" algn="l">
              <a:lnSpc>
                <a:spcPct val="100000"/>
              </a:lnSpc>
              <a:spcBef>
                <a:spcPts val="0"/>
              </a:spcBef>
              <a:spcAft>
                <a:spcPts val="0"/>
              </a:spcAft>
              <a:buNone/>
            </a:pPr>
            <a:r>
              <a:rPr lang="en-US" sz="1400">
                <a:solidFill>
                  <a:srgbClr val="558ED5"/>
                </a:solidFill>
                <a:latin typeface="Calibri"/>
                <a:ea typeface="Calibri"/>
                <a:cs typeface="Calibri"/>
                <a:sym typeface="Calibri"/>
              </a:rPr>
              <a:t>1-1. YoloV5 pretrained model 사용</a:t>
            </a:r>
            <a:r>
              <a:rPr b="1" lang="en-US" sz="1400">
                <a:solidFill>
                  <a:srgbClr val="558ED5"/>
                </a:solidFill>
                <a:latin typeface="Calibri"/>
                <a:ea typeface="Calibri"/>
                <a:cs typeface="Calibri"/>
                <a:sym typeface="Calibri"/>
              </a:rPr>
              <a:t> (대체 가능 함)</a:t>
            </a:r>
            <a:r>
              <a:rPr lang="en-US" sz="1400">
                <a:solidFill>
                  <a:srgbClr val="558ED5"/>
                </a:solidFill>
                <a:latin typeface="Calibri"/>
                <a:ea typeface="Calibri"/>
                <a:cs typeface="Calibri"/>
                <a:sym typeface="Calibri"/>
              </a:rPr>
              <a:t> </a:t>
            </a:r>
            <a:endParaRPr i="1" sz="1400">
              <a:solidFill>
                <a:srgbClr val="FF0000"/>
              </a:solidFill>
              <a:latin typeface="Calibri"/>
              <a:ea typeface="Calibri"/>
              <a:cs typeface="Calibri"/>
              <a:sym typeface="Calibri"/>
            </a:endParaRPr>
          </a:p>
          <a:p>
            <a:pPr indent="0" lvl="1" marL="403225" rtl="0" algn="l">
              <a:lnSpc>
                <a:spcPct val="100000"/>
              </a:lnSpc>
              <a:spcBef>
                <a:spcPts val="1440"/>
              </a:spcBef>
              <a:spcAft>
                <a:spcPts val="0"/>
              </a:spcAft>
              <a:buNone/>
            </a:pPr>
            <a:r>
              <a:rPr lang="en-US" sz="1200">
                <a:solidFill>
                  <a:schemeClr val="dk1"/>
                </a:solidFill>
              </a:rPr>
              <a:t>Yolov5 Pretrained 모델을 사용하여 주어진 영상의 프레임 내에서 객체를 탐지하여 해당 객체의 종류와 정확도를 bound </a:t>
            </a:r>
            <a:r>
              <a:rPr lang="en-US" sz="1200">
                <a:solidFill>
                  <a:schemeClr val="dk1"/>
                </a:solidFill>
              </a:rPr>
              <a:t>box와 함께 이미지 내에 표시한다. </a:t>
            </a:r>
            <a:endParaRPr sz="1200">
              <a:solidFill>
                <a:schemeClr val="dk1"/>
              </a:solidFill>
            </a:endParaRPr>
          </a:p>
          <a:p>
            <a:pPr indent="-182880" lvl="0" marL="233680" rtl="0" algn="l">
              <a:spcBef>
                <a:spcPts val="1440"/>
              </a:spcBef>
              <a:spcAft>
                <a:spcPts val="0"/>
              </a:spcAft>
              <a:buClr>
                <a:schemeClr val="lt1"/>
              </a:buClr>
              <a:buSzPts val="800"/>
              <a:buFont typeface="Consolas"/>
              <a:buNone/>
            </a:pPr>
            <a:r>
              <a:t/>
            </a:r>
            <a:endParaRPr sz="800">
              <a:latin typeface="Calibri"/>
              <a:ea typeface="Calibri"/>
              <a:cs typeface="Calibri"/>
              <a:sym typeface="Calibri"/>
            </a:endParaRPr>
          </a:p>
          <a:p>
            <a:pPr indent="0" lvl="0" marL="0" rtl="0" algn="l">
              <a:spcBef>
                <a:spcPts val="0"/>
              </a:spcBef>
              <a:spcAft>
                <a:spcPts val="0"/>
              </a:spcAft>
              <a:buNone/>
            </a:pPr>
            <a:r>
              <a:t/>
            </a:r>
            <a:endParaRPr sz="800"/>
          </a:p>
        </p:txBody>
      </p:sp>
      <p:sp>
        <p:nvSpPr>
          <p:cNvPr id="161" name="Google Shape;161;p8"/>
          <p:cNvSpPr txBox="1"/>
          <p:nvPr>
            <p:ph idx="2" type="body"/>
          </p:nvPr>
        </p:nvSpPr>
        <p:spPr>
          <a:xfrm>
            <a:off x="5101600" y="1143000"/>
            <a:ext cx="4309200" cy="1970100"/>
          </a:xfrm>
          <a:prstGeom prst="rect">
            <a:avLst/>
          </a:prstGeom>
          <a:noFill/>
          <a:ln>
            <a:noFill/>
          </a:ln>
        </p:spPr>
        <p:txBody>
          <a:bodyPr anchorCtr="0" anchor="t" bIns="0" lIns="0" spcFirstLastPara="1" rIns="0" wrap="square" tIns="0">
            <a:spAutoFit/>
          </a:bodyPr>
          <a:lstStyle/>
          <a:p>
            <a:pPr indent="0" lvl="0" marL="12065" rtl="0" algn="l">
              <a:lnSpc>
                <a:spcPct val="100000"/>
              </a:lnSpc>
              <a:spcBef>
                <a:spcPts val="0"/>
              </a:spcBef>
              <a:spcAft>
                <a:spcPts val="0"/>
              </a:spcAft>
              <a:buNone/>
            </a:pPr>
            <a:r>
              <a:rPr lang="en-US" sz="1400">
                <a:solidFill>
                  <a:srgbClr val="558ED5"/>
                </a:solidFill>
                <a:latin typeface="Calibri"/>
                <a:ea typeface="Calibri"/>
                <a:cs typeface="Calibri"/>
                <a:sym typeface="Calibri"/>
              </a:rPr>
              <a:t>1-2. Ms coco 훈련데이터 기준 검출 객체 (Classes) : 80가지 객체 검출 기능</a:t>
            </a:r>
            <a:r>
              <a:rPr b="1" lang="en-US" sz="1400">
                <a:solidFill>
                  <a:srgbClr val="558ED5"/>
                </a:solidFill>
                <a:latin typeface="Calibri"/>
                <a:ea typeface="Calibri"/>
                <a:cs typeface="Calibri"/>
                <a:sym typeface="Calibri"/>
              </a:rPr>
              <a:t>(대체 가능 함)</a:t>
            </a:r>
            <a:endParaRPr b="1" sz="1400">
              <a:solidFill>
                <a:srgbClr val="558ED5"/>
              </a:solidFill>
              <a:latin typeface="Calibri"/>
              <a:ea typeface="Calibri"/>
              <a:cs typeface="Calibri"/>
              <a:sym typeface="Calibri"/>
            </a:endParaRPr>
          </a:p>
          <a:p>
            <a:pPr indent="0" lvl="1" marL="403225" rtl="0" algn="l">
              <a:spcBef>
                <a:spcPts val="1440"/>
              </a:spcBef>
              <a:spcAft>
                <a:spcPts val="0"/>
              </a:spcAft>
              <a:buClr>
                <a:schemeClr val="dk1"/>
              </a:buClr>
              <a:buFont typeface="Arial"/>
              <a:buNone/>
            </a:pPr>
            <a:r>
              <a:rPr lang="en-US" sz="1200">
                <a:solidFill>
                  <a:schemeClr val="dk1"/>
                </a:solidFill>
              </a:rPr>
              <a:t>Classes 에 등록되어 있는 객체의 명칭을 참조하여 </a:t>
            </a:r>
            <a:r>
              <a:rPr lang="en-US" sz="1200">
                <a:solidFill>
                  <a:schemeClr val="dk1"/>
                </a:solidFill>
              </a:rPr>
              <a:t>Yolov5 Pretrained 모델이 탐지한 객체의 종류를 분류한 후, 이를 해당 영상의 프레임 이미지에 표시한다. 또한, 블랙 / 화이트 리스트를 활용하여 객체 탐지에서 제외하거나 Piggy-back 전송 및 추가 분석을 진행할 수 있다. </a:t>
            </a:r>
            <a:endParaRPr sz="1200">
              <a:solidFill>
                <a:schemeClr val="dk1"/>
              </a:solidFill>
              <a:latin typeface="Calibri"/>
              <a:ea typeface="Calibri"/>
              <a:cs typeface="Calibri"/>
              <a:sym typeface="Calibri"/>
            </a:endParaRPr>
          </a:p>
          <a:p>
            <a:pPr indent="-182880" lvl="0" marL="233680" rtl="0" algn="l">
              <a:spcBef>
                <a:spcPts val="1440"/>
              </a:spcBef>
              <a:spcAft>
                <a:spcPts val="0"/>
              </a:spcAft>
              <a:buClr>
                <a:schemeClr val="lt1"/>
              </a:buClr>
              <a:buSzPts val="800"/>
              <a:buFont typeface="Consolas"/>
              <a:buNone/>
            </a:pPr>
            <a:r>
              <a:t/>
            </a:r>
            <a:endParaRPr sz="800">
              <a:latin typeface="Calibri"/>
              <a:ea typeface="Calibri"/>
              <a:cs typeface="Calibri"/>
              <a:sym typeface="Calibri"/>
            </a:endParaRPr>
          </a:p>
          <a:p>
            <a:pPr indent="0" lvl="0" marL="0" rtl="0" algn="l">
              <a:spcBef>
                <a:spcPts val="0"/>
              </a:spcBef>
              <a:spcAft>
                <a:spcPts val="0"/>
              </a:spcAft>
              <a:buNone/>
            </a:pPr>
            <a:r>
              <a:t/>
            </a:r>
            <a:endParaRPr sz="800"/>
          </a:p>
        </p:txBody>
      </p:sp>
      <p:sp>
        <p:nvSpPr>
          <p:cNvPr id="162" name="Google Shape;162;p8"/>
          <p:cNvSpPr txBox="1"/>
          <p:nvPr/>
        </p:nvSpPr>
        <p:spPr>
          <a:xfrm>
            <a:off x="458118" y="4038600"/>
            <a:ext cx="4309200" cy="1600800"/>
          </a:xfrm>
          <a:prstGeom prst="rect">
            <a:avLst/>
          </a:prstGeom>
          <a:noFill/>
          <a:ln>
            <a:noFill/>
          </a:ln>
        </p:spPr>
        <p:txBody>
          <a:bodyPr anchorCtr="0" anchor="t" bIns="0" lIns="0" spcFirstLastPara="1" rIns="0" wrap="square" tIns="0">
            <a:spAutoFit/>
          </a:bodyPr>
          <a:lstStyle/>
          <a:p>
            <a:pPr indent="0" lvl="0" marL="12065" marR="0" rtl="0" algn="l">
              <a:spcBef>
                <a:spcPts val="0"/>
              </a:spcBef>
              <a:spcAft>
                <a:spcPts val="0"/>
              </a:spcAft>
              <a:buNone/>
            </a:pPr>
            <a:r>
              <a:rPr b="0" i="0" lang="en-US" sz="1400">
                <a:solidFill>
                  <a:srgbClr val="558ED5"/>
                </a:solidFill>
                <a:latin typeface="Calibri"/>
                <a:ea typeface="Calibri"/>
                <a:cs typeface="Calibri"/>
                <a:sym typeface="Calibri"/>
              </a:rPr>
              <a:t>1-3. 한 종류의 객체를 동일한 객체로 가능한 Change Detection</a:t>
            </a:r>
            <a:r>
              <a:rPr b="1" i="0" lang="en-US" sz="1400">
                <a:solidFill>
                  <a:srgbClr val="558ED5"/>
                </a:solidFill>
                <a:latin typeface="Calibri"/>
                <a:ea typeface="Calibri"/>
                <a:cs typeface="Calibri"/>
                <a:sym typeface="Calibri"/>
              </a:rPr>
              <a:t> (대체 가능 함)</a:t>
            </a:r>
            <a:r>
              <a:rPr b="0" i="0" lang="en-US" sz="1400">
                <a:solidFill>
                  <a:srgbClr val="558ED5"/>
                </a:solidFill>
                <a:latin typeface="Calibri"/>
                <a:ea typeface="Calibri"/>
                <a:cs typeface="Calibri"/>
                <a:sym typeface="Calibri"/>
              </a:rPr>
              <a:t> </a:t>
            </a:r>
            <a:endParaRPr b="0" i="1" sz="1400">
              <a:solidFill>
                <a:srgbClr val="FF0000"/>
              </a:solidFill>
              <a:latin typeface="Calibri"/>
              <a:ea typeface="Calibri"/>
              <a:cs typeface="Calibri"/>
              <a:sym typeface="Calibri"/>
            </a:endParaRPr>
          </a:p>
          <a:p>
            <a:pPr indent="0" lvl="1" marL="403225" rtl="0" algn="l">
              <a:spcBef>
                <a:spcPts val="1440"/>
              </a:spcBef>
              <a:spcAft>
                <a:spcPts val="0"/>
              </a:spcAft>
              <a:buClr>
                <a:schemeClr val="dk1"/>
              </a:buClr>
              <a:buFont typeface="Arial"/>
              <a:buNone/>
            </a:pPr>
            <a:r>
              <a:rPr lang="en-US" sz="1200">
                <a:solidFill>
                  <a:schemeClr val="dk1"/>
                </a:solidFill>
                <a:latin typeface="Calibri"/>
                <a:ea typeface="Calibri"/>
                <a:cs typeface="Calibri"/>
                <a:sym typeface="Calibri"/>
              </a:rPr>
              <a:t>ResNet Pretrained 모델을 사용하여 현재 탐지된 인물을 서버에 저장되어 있는 인물들에 대해 분류를 수행하고, 이를 통해 해당 인물이 기존에 탐지되었던 인물인지 아닌지를 알 수 있다. </a:t>
            </a:r>
            <a:endParaRPr b="0" i="0" sz="1200" u="none" cap="none" strike="noStrike">
              <a:solidFill>
                <a:srgbClr val="000000"/>
              </a:solidFill>
              <a:latin typeface="Calibri"/>
              <a:ea typeface="Calibri"/>
              <a:cs typeface="Calibri"/>
              <a:sym typeface="Calibri"/>
            </a:endParaRPr>
          </a:p>
          <a:p>
            <a:pPr indent="-182880" lvl="0" marL="233680" marR="0" rtl="0" algn="l">
              <a:spcBef>
                <a:spcPts val="1440"/>
              </a:spcBef>
              <a:spcAft>
                <a:spcPts val="0"/>
              </a:spcAft>
              <a:buClr>
                <a:schemeClr val="lt1"/>
              </a:buClr>
              <a:buSzPts val="800"/>
              <a:buFont typeface="Consolas"/>
              <a:buNone/>
            </a:pPr>
            <a:r>
              <a:t/>
            </a:r>
            <a:endParaRPr b="0" i="0" sz="800">
              <a:solidFill>
                <a:schemeClr val="lt1"/>
              </a:solidFill>
              <a:latin typeface="Calibri"/>
              <a:ea typeface="Calibri"/>
              <a:cs typeface="Calibri"/>
              <a:sym typeface="Calibri"/>
            </a:endParaRPr>
          </a:p>
          <a:p>
            <a:pPr indent="0" lvl="0" marL="0" marR="0" rtl="0" algn="l">
              <a:spcBef>
                <a:spcPts val="0"/>
              </a:spcBef>
              <a:spcAft>
                <a:spcPts val="0"/>
              </a:spcAft>
              <a:buNone/>
            </a:pPr>
            <a:r>
              <a:t/>
            </a:r>
            <a:endParaRPr b="0" i="0" sz="800">
              <a:solidFill>
                <a:schemeClr val="lt1"/>
              </a:solidFill>
              <a:latin typeface="Consolas"/>
              <a:ea typeface="Consolas"/>
              <a:cs typeface="Consolas"/>
              <a:sym typeface="Consolas"/>
            </a:endParaRPr>
          </a:p>
        </p:txBody>
      </p:sp>
      <p:sp>
        <p:nvSpPr>
          <p:cNvPr id="163" name="Google Shape;163;p8"/>
          <p:cNvSpPr txBox="1"/>
          <p:nvPr/>
        </p:nvSpPr>
        <p:spPr>
          <a:xfrm>
            <a:off x="5064408" y="4038600"/>
            <a:ext cx="4309200" cy="1385400"/>
          </a:xfrm>
          <a:prstGeom prst="rect">
            <a:avLst/>
          </a:prstGeom>
          <a:noFill/>
          <a:ln>
            <a:noFill/>
          </a:ln>
        </p:spPr>
        <p:txBody>
          <a:bodyPr anchorCtr="0" anchor="t" bIns="0" lIns="0" spcFirstLastPara="1" rIns="0" wrap="square" tIns="0">
            <a:spAutoFit/>
          </a:bodyPr>
          <a:lstStyle/>
          <a:p>
            <a:pPr indent="0" lvl="0" marL="12065" marR="0" rtl="0" algn="l">
              <a:spcBef>
                <a:spcPts val="0"/>
              </a:spcBef>
              <a:spcAft>
                <a:spcPts val="0"/>
              </a:spcAft>
              <a:buNone/>
            </a:pPr>
            <a:r>
              <a:rPr b="0" i="0" lang="en-US" sz="1400">
                <a:solidFill>
                  <a:srgbClr val="558ED5"/>
                </a:solidFill>
                <a:latin typeface="Calibri"/>
                <a:ea typeface="Calibri"/>
                <a:cs typeface="Calibri"/>
                <a:sym typeface="Calibri"/>
              </a:rPr>
              <a:t>1-4. 게시를 위한 HTTP Restfull API 사용(공통)</a:t>
            </a:r>
            <a:endParaRPr sz="1200">
              <a:solidFill>
                <a:schemeClr val="dk1"/>
              </a:solidFill>
              <a:latin typeface="Calibri"/>
              <a:ea typeface="Calibri"/>
              <a:cs typeface="Calibri"/>
              <a:sym typeface="Calibri"/>
            </a:endParaRPr>
          </a:p>
          <a:p>
            <a:pPr indent="0" lvl="1" marL="403225" rtl="0" algn="l">
              <a:spcBef>
                <a:spcPts val="1440"/>
              </a:spcBef>
              <a:spcAft>
                <a:spcPts val="0"/>
              </a:spcAft>
              <a:buClr>
                <a:schemeClr val="dk1"/>
              </a:buClr>
              <a:buFont typeface="Arial"/>
              <a:buNone/>
            </a:pPr>
            <a:r>
              <a:rPr lang="en-US" sz="1200">
                <a:solidFill>
                  <a:schemeClr val="dk1"/>
                </a:solidFill>
                <a:latin typeface="Calibri"/>
                <a:ea typeface="Calibri"/>
                <a:cs typeface="Calibri"/>
                <a:sym typeface="Calibri"/>
              </a:rPr>
              <a:t>Django의 restframework를 활용하여 REST API를 작성하여 Edge System이 실시간으로 탐지된 객체의 이미지 및 메타 데이터를 서버에 전송할 수 있다. </a:t>
            </a:r>
            <a:endParaRPr sz="1200">
              <a:solidFill>
                <a:schemeClr val="dk1"/>
              </a:solidFill>
              <a:latin typeface="Calibri"/>
              <a:ea typeface="Calibri"/>
              <a:cs typeface="Calibri"/>
              <a:sym typeface="Calibri"/>
            </a:endParaRPr>
          </a:p>
          <a:p>
            <a:pPr indent="-182880" lvl="0" marL="233680" marR="0" rtl="0" algn="l">
              <a:spcBef>
                <a:spcPts val="1440"/>
              </a:spcBef>
              <a:spcAft>
                <a:spcPts val="0"/>
              </a:spcAft>
              <a:buClr>
                <a:schemeClr val="lt1"/>
              </a:buClr>
              <a:buSzPts val="800"/>
              <a:buFont typeface="Consolas"/>
              <a:buNone/>
            </a:pPr>
            <a:r>
              <a:t/>
            </a:r>
            <a:endParaRPr b="0" i="0" sz="800">
              <a:solidFill>
                <a:schemeClr val="lt1"/>
              </a:solidFill>
              <a:latin typeface="Calibri"/>
              <a:ea typeface="Calibri"/>
              <a:cs typeface="Calibri"/>
              <a:sym typeface="Calibri"/>
            </a:endParaRPr>
          </a:p>
          <a:p>
            <a:pPr indent="0" lvl="0" marL="0" marR="0" rtl="0" algn="l">
              <a:spcBef>
                <a:spcPts val="0"/>
              </a:spcBef>
              <a:spcAft>
                <a:spcPts val="0"/>
              </a:spcAft>
              <a:buNone/>
            </a:pPr>
            <a:r>
              <a:t/>
            </a:r>
            <a:endParaRPr b="0" i="0" sz="800">
              <a:solidFill>
                <a:schemeClr val="lt1"/>
              </a:solidFill>
              <a:latin typeface="Consolas"/>
              <a:ea typeface="Consolas"/>
              <a:cs typeface="Consolas"/>
              <a:sym typeface="Consolas"/>
            </a:endParaRPr>
          </a:p>
        </p:txBody>
      </p:sp>
      <p:pic>
        <p:nvPicPr>
          <p:cNvPr id="164" name="Google Shape;164;p8"/>
          <p:cNvPicPr preferRelativeResize="0"/>
          <p:nvPr/>
        </p:nvPicPr>
        <p:blipFill>
          <a:blip r:embed="rId3">
            <a:alphaModFix/>
          </a:blip>
          <a:stretch>
            <a:fillRect/>
          </a:stretch>
        </p:blipFill>
        <p:spPr>
          <a:xfrm>
            <a:off x="1628411" y="2263000"/>
            <a:ext cx="1968525" cy="1476400"/>
          </a:xfrm>
          <a:prstGeom prst="rect">
            <a:avLst/>
          </a:prstGeom>
          <a:noFill/>
          <a:ln>
            <a:noFill/>
          </a:ln>
        </p:spPr>
      </p:pic>
      <p:pic>
        <p:nvPicPr>
          <p:cNvPr id="165" name="Google Shape;165;p8"/>
          <p:cNvPicPr preferRelativeResize="0"/>
          <p:nvPr/>
        </p:nvPicPr>
        <p:blipFill>
          <a:blip r:embed="rId4">
            <a:alphaModFix/>
          </a:blip>
          <a:stretch>
            <a:fillRect/>
          </a:stretch>
        </p:blipFill>
        <p:spPr>
          <a:xfrm>
            <a:off x="7717275" y="2617188"/>
            <a:ext cx="1614678" cy="1211000"/>
          </a:xfrm>
          <a:prstGeom prst="rect">
            <a:avLst/>
          </a:prstGeom>
          <a:noFill/>
          <a:ln>
            <a:noFill/>
          </a:ln>
        </p:spPr>
      </p:pic>
      <p:pic>
        <p:nvPicPr>
          <p:cNvPr id="166" name="Google Shape;166;p8"/>
          <p:cNvPicPr preferRelativeResize="0"/>
          <p:nvPr/>
        </p:nvPicPr>
        <p:blipFill rotWithShape="1">
          <a:blip r:embed="rId5">
            <a:alphaModFix/>
          </a:blip>
          <a:srcRect b="55789" l="0" r="0" t="0"/>
          <a:stretch/>
        </p:blipFill>
        <p:spPr>
          <a:xfrm>
            <a:off x="619313" y="5305900"/>
            <a:ext cx="3986826" cy="1101650"/>
          </a:xfrm>
          <a:prstGeom prst="rect">
            <a:avLst/>
          </a:prstGeom>
          <a:noFill/>
          <a:ln>
            <a:noFill/>
          </a:ln>
        </p:spPr>
      </p:pic>
      <p:pic>
        <p:nvPicPr>
          <p:cNvPr id="167" name="Google Shape;167;p8"/>
          <p:cNvPicPr preferRelativeResize="0"/>
          <p:nvPr/>
        </p:nvPicPr>
        <p:blipFill rotWithShape="1">
          <a:blip r:embed="rId6">
            <a:alphaModFix/>
          </a:blip>
          <a:srcRect b="36386" l="0" r="0" t="0"/>
          <a:stretch/>
        </p:blipFill>
        <p:spPr>
          <a:xfrm>
            <a:off x="6405038" y="5888779"/>
            <a:ext cx="1702316" cy="883099"/>
          </a:xfrm>
          <a:prstGeom prst="rect">
            <a:avLst/>
          </a:prstGeom>
          <a:noFill/>
          <a:ln>
            <a:noFill/>
          </a:ln>
        </p:spPr>
      </p:pic>
      <p:pic>
        <p:nvPicPr>
          <p:cNvPr id="168" name="Google Shape;168;p8"/>
          <p:cNvPicPr preferRelativeResize="0"/>
          <p:nvPr/>
        </p:nvPicPr>
        <p:blipFill>
          <a:blip r:embed="rId7">
            <a:alphaModFix/>
          </a:blip>
          <a:stretch>
            <a:fillRect/>
          </a:stretch>
        </p:blipFill>
        <p:spPr>
          <a:xfrm>
            <a:off x="5419851" y="5145100"/>
            <a:ext cx="3672676" cy="659100"/>
          </a:xfrm>
          <a:prstGeom prst="rect">
            <a:avLst/>
          </a:prstGeom>
          <a:noFill/>
          <a:ln>
            <a:noFill/>
          </a:ln>
        </p:spPr>
      </p:pic>
      <p:pic>
        <p:nvPicPr>
          <p:cNvPr id="169" name="Google Shape;169;p8"/>
          <p:cNvPicPr preferRelativeResize="0"/>
          <p:nvPr/>
        </p:nvPicPr>
        <p:blipFill>
          <a:blip r:embed="rId8">
            <a:alphaModFix/>
          </a:blip>
          <a:stretch>
            <a:fillRect/>
          </a:stretch>
        </p:blipFill>
        <p:spPr>
          <a:xfrm>
            <a:off x="4804500" y="2981925"/>
            <a:ext cx="2739474" cy="591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9"/>
          <p:cNvSpPr txBox="1"/>
          <p:nvPr>
            <p:ph type="title"/>
          </p:nvPr>
        </p:nvSpPr>
        <p:spPr>
          <a:xfrm>
            <a:off x="574040" y="609888"/>
            <a:ext cx="8757919" cy="30777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chemeClr val="dk2"/>
                </a:solidFill>
              </a:rPr>
              <a:t>기능 - 1. Edge System(Python 기반, 공통)</a:t>
            </a:r>
            <a:endParaRPr/>
          </a:p>
        </p:txBody>
      </p:sp>
      <p:sp>
        <p:nvSpPr>
          <p:cNvPr id="175" name="Google Shape;175;p9"/>
          <p:cNvSpPr txBox="1"/>
          <p:nvPr>
            <p:ph idx="1" type="body"/>
          </p:nvPr>
        </p:nvSpPr>
        <p:spPr>
          <a:xfrm>
            <a:off x="495300" y="1143000"/>
            <a:ext cx="4309200" cy="1077600"/>
          </a:xfrm>
          <a:prstGeom prst="rect">
            <a:avLst/>
          </a:prstGeom>
          <a:noFill/>
          <a:ln>
            <a:noFill/>
          </a:ln>
        </p:spPr>
        <p:txBody>
          <a:bodyPr anchorCtr="0" anchor="t" bIns="0" lIns="0" spcFirstLastPara="1" rIns="0" wrap="square" tIns="0">
            <a:spAutoFit/>
          </a:bodyPr>
          <a:lstStyle/>
          <a:p>
            <a:pPr indent="0" lvl="0" marL="12065" rtl="0" algn="l">
              <a:lnSpc>
                <a:spcPct val="100000"/>
              </a:lnSpc>
              <a:spcBef>
                <a:spcPts val="0"/>
              </a:spcBef>
              <a:spcAft>
                <a:spcPts val="0"/>
              </a:spcAft>
              <a:buNone/>
            </a:pPr>
            <a:r>
              <a:rPr lang="en-US" sz="1400">
                <a:solidFill>
                  <a:srgbClr val="558ED5"/>
                </a:solidFill>
                <a:latin typeface="Calibri"/>
                <a:ea typeface="Calibri"/>
                <a:cs typeface="Calibri"/>
                <a:sym typeface="Calibri"/>
              </a:rPr>
              <a:t>1-5. </a:t>
            </a:r>
            <a:r>
              <a:rPr lang="en-US" sz="1400">
                <a:solidFill>
                  <a:srgbClr val="558ED5"/>
                </a:solidFill>
                <a:latin typeface="Calibri"/>
                <a:ea typeface="Calibri"/>
                <a:cs typeface="Calibri"/>
                <a:sym typeface="Calibri"/>
              </a:rPr>
              <a:t>메타데이터</a:t>
            </a:r>
            <a:r>
              <a:rPr lang="en-US" sz="1400">
                <a:solidFill>
                  <a:srgbClr val="558ED5"/>
                </a:solidFill>
                <a:latin typeface="Calibri"/>
                <a:ea typeface="Calibri"/>
                <a:cs typeface="Calibri"/>
                <a:sym typeface="Calibri"/>
              </a:rPr>
              <a:t> 수집 및 분석</a:t>
            </a:r>
            <a:endParaRPr/>
          </a:p>
          <a:p>
            <a:pPr indent="0" lvl="1" marL="403225" rtl="0" algn="l">
              <a:spcBef>
                <a:spcPts val="1440"/>
              </a:spcBef>
              <a:spcAft>
                <a:spcPts val="0"/>
              </a:spcAft>
              <a:buNone/>
            </a:pPr>
            <a:r>
              <a:rPr lang="en-US" sz="1200">
                <a:solidFill>
                  <a:schemeClr val="dk1"/>
                </a:solidFill>
              </a:rPr>
              <a:t>yolov5의 Object Detection 과정에서 얻을 수 있는 추가적인 메타 데이터 (e.g. 해당 객체의 상대적인 크기, 위치 등) 을 수집하며, 탐지된 객체에 대한 Confidence Score를 계산한다. </a:t>
            </a:r>
            <a:endParaRPr sz="800">
              <a:latin typeface="Calibri"/>
              <a:ea typeface="Calibri"/>
              <a:cs typeface="Calibri"/>
              <a:sym typeface="Calibri"/>
            </a:endParaRPr>
          </a:p>
          <a:p>
            <a:pPr indent="0" lvl="0" marL="0" rtl="0" algn="l">
              <a:spcBef>
                <a:spcPts val="0"/>
              </a:spcBef>
              <a:spcAft>
                <a:spcPts val="0"/>
              </a:spcAft>
              <a:buNone/>
            </a:pPr>
            <a:r>
              <a:t/>
            </a:r>
            <a:endParaRPr sz="800"/>
          </a:p>
        </p:txBody>
      </p:sp>
      <p:sp>
        <p:nvSpPr>
          <p:cNvPr id="176" name="Google Shape;176;p9"/>
          <p:cNvSpPr txBox="1"/>
          <p:nvPr>
            <p:ph idx="1" type="body"/>
          </p:nvPr>
        </p:nvSpPr>
        <p:spPr>
          <a:xfrm>
            <a:off x="5022750" y="1143000"/>
            <a:ext cx="4309200" cy="1200600"/>
          </a:xfrm>
          <a:prstGeom prst="rect">
            <a:avLst/>
          </a:prstGeom>
          <a:noFill/>
          <a:ln>
            <a:noFill/>
          </a:ln>
        </p:spPr>
        <p:txBody>
          <a:bodyPr anchorCtr="0" anchor="t" bIns="0" lIns="0" spcFirstLastPara="1" rIns="0" wrap="square" tIns="0">
            <a:spAutoFit/>
          </a:bodyPr>
          <a:lstStyle/>
          <a:p>
            <a:pPr indent="0" lvl="0" marL="12065" rtl="0" algn="l">
              <a:lnSpc>
                <a:spcPct val="100000"/>
              </a:lnSpc>
              <a:spcBef>
                <a:spcPts val="0"/>
              </a:spcBef>
              <a:spcAft>
                <a:spcPts val="0"/>
              </a:spcAft>
              <a:buNone/>
            </a:pPr>
            <a:r>
              <a:rPr lang="en-US" sz="1400">
                <a:solidFill>
                  <a:srgbClr val="558ED5"/>
                </a:solidFill>
                <a:latin typeface="Calibri"/>
                <a:ea typeface="Calibri"/>
                <a:cs typeface="Calibri"/>
                <a:sym typeface="Calibri"/>
              </a:rPr>
              <a:t>1-6. </a:t>
            </a:r>
            <a:r>
              <a:rPr lang="en-US" sz="1400">
                <a:solidFill>
                  <a:srgbClr val="558ED5"/>
                </a:solidFill>
                <a:latin typeface="Calibri"/>
                <a:ea typeface="Calibri"/>
                <a:cs typeface="Calibri"/>
                <a:sym typeface="Calibri"/>
              </a:rPr>
              <a:t>자동 리포트 생성</a:t>
            </a:r>
            <a:endParaRPr/>
          </a:p>
          <a:p>
            <a:pPr indent="0" lvl="1" marL="403225" rtl="0" algn="l">
              <a:spcBef>
                <a:spcPts val="1440"/>
              </a:spcBef>
              <a:spcAft>
                <a:spcPts val="0"/>
              </a:spcAft>
              <a:buNone/>
            </a:pPr>
            <a:r>
              <a:rPr lang="en-US" sz="1200"/>
              <a:t>수집한 메타 데이터를 기반으로 자동으로 현재까지 탐지된 객체에 대한 리포트를 생성한다. </a:t>
            </a:r>
            <a:endParaRPr sz="1200">
              <a:latin typeface="Calibri"/>
              <a:ea typeface="Calibri"/>
              <a:cs typeface="Calibri"/>
              <a:sym typeface="Calibri"/>
            </a:endParaRPr>
          </a:p>
          <a:p>
            <a:pPr indent="-182880" lvl="0" marL="233680" rtl="0" algn="l">
              <a:spcBef>
                <a:spcPts val="1440"/>
              </a:spcBef>
              <a:spcAft>
                <a:spcPts val="0"/>
              </a:spcAft>
              <a:buClr>
                <a:schemeClr val="lt1"/>
              </a:buClr>
              <a:buSzPts val="800"/>
              <a:buFont typeface="Consolas"/>
              <a:buNone/>
            </a:pPr>
            <a:r>
              <a:t/>
            </a:r>
            <a:endParaRPr sz="800">
              <a:latin typeface="Calibri"/>
              <a:ea typeface="Calibri"/>
              <a:cs typeface="Calibri"/>
              <a:sym typeface="Calibri"/>
            </a:endParaRPr>
          </a:p>
          <a:p>
            <a:pPr indent="0" lvl="0" marL="0" rtl="0" algn="l">
              <a:spcBef>
                <a:spcPts val="0"/>
              </a:spcBef>
              <a:spcAft>
                <a:spcPts val="0"/>
              </a:spcAft>
              <a:buNone/>
            </a:pPr>
            <a:r>
              <a:t/>
            </a:r>
            <a:endParaRPr sz="800"/>
          </a:p>
        </p:txBody>
      </p:sp>
      <p:pic>
        <p:nvPicPr>
          <p:cNvPr id="177" name="Google Shape;177;p9"/>
          <p:cNvPicPr preferRelativeResize="0"/>
          <p:nvPr/>
        </p:nvPicPr>
        <p:blipFill>
          <a:blip r:embed="rId3">
            <a:alphaModFix/>
          </a:blip>
          <a:stretch>
            <a:fillRect/>
          </a:stretch>
        </p:blipFill>
        <p:spPr>
          <a:xfrm>
            <a:off x="1361925" y="2220598"/>
            <a:ext cx="2375250" cy="1816368"/>
          </a:xfrm>
          <a:prstGeom prst="rect">
            <a:avLst/>
          </a:prstGeom>
          <a:noFill/>
          <a:ln>
            <a:noFill/>
          </a:ln>
        </p:spPr>
      </p:pic>
      <p:pic>
        <p:nvPicPr>
          <p:cNvPr id="178" name="Google Shape;178;p9"/>
          <p:cNvPicPr preferRelativeResize="0"/>
          <p:nvPr/>
        </p:nvPicPr>
        <p:blipFill>
          <a:blip r:embed="rId4">
            <a:alphaModFix/>
          </a:blip>
          <a:stretch>
            <a:fillRect/>
          </a:stretch>
        </p:blipFill>
        <p:spPr>
          <a:xfrm>
            <a:off x="4804500" y="2113298"/>
            <a:ext cx="2284800" cy="1713625"/>
          </a:xfrm>
          <a:prstGeom prst="rect">
            <a:avLst/>
          </a:prstGeom>
          <a:noFill/>
          <a:ln>
            <a:noFill/>
          </a:ln>
        </p:spPr>
      </p:pic>
      <p:pic>
        <p:nvPicPr>
          <p:cNvPr id="179" name="Google Shape;179;p9"/>
          <p:cNvPicPr preferRelativeResize="0"/>
          <p:nvPr/>
        </p:nvPicPr>
        <p:blipFill>
          <a:blip r:embed="rId5">
            <a:alphaModFix/>
          </a:blip>
          <a:stretch>
            <a:fillRect/>
          </a:stretch>
        </p:blipFill>
        <p:spPr>
          <a:xfrm>
            <a:off x="7089300" y="2049750"/>
            <a:ext cx="2375250" cy="1781450"/>
          </a:xfrm>
          <a:prstGeom prst="rect">
            <a:avLst/>
          </a:prstGeom>
          <a:noFill/>
          <a:ln>
            <a:noFill/>
          </a:ln>
        </p:spPr>
      </p:pic>
      <p:sp>
        <p:nvSpPr>
          <p:cNvPr id="180" name="Google Shape;180;p9"/>
          <p:cNvSpPr txBox="1"/>
          <p:nvPr>
            <p:ph idx="1" type="body"/>
          </p:nvPr>
        </p:nvSpPr>
        <p:spPr>
          <a:xfrm>
            <a:off x="495300" y="4166800"/>
            <a:ext cx="4309200" cy="1262100"/>
          </a:xfrm>
          <a:prstGeom prst="rect">
            <a:avLst/>
          </a:prstGeom>
          <a:noFill/>
          <a:ln>
            <a:noFill/>
          </a:ln>
        </p:spPr>
        <p:txBody>
          <a:bodyPr anchorCtr="0" anchor="t" bIns="0" lIns="0" spcFirstLastPara="1" rIns="0" wrap="square" tIns="0">
            <a:spAutoFit/>
          </a:bodyPr>
          <a:lstStyle/>
          <a:p>
            <a:pPr indent="0" lvl="0" marL="12065" rtl="0" algn="l">
              <a:lnSpc>
                <a:spcPct val="100000"/>
              </a:lnSpc>
              <a:spcBef>
                <a:spcPts val="0"/>
              </a:spcBef>
              <a:spcAft>
                <a:spcPts val="0"/>
              </a:spcAft>
              <a:buNone/>
            </a:pPr>
            <a:r>
              <a:rPr lang="en-US" sz="1400">
                <a:solidFill>
                  <a:srgbClr val="558ED5"/>
                </a:solidFill>
                <a:latin typeface="Calibri"/>
                <a:ea typeface="Calibri"/>
                <a:cs typeface="Calibri"/>
                <a:sym typeface="Calibri"/>
              </a:rPr>
              <a:t>1-7. </a:t>
            </a:r>
            <a:r>
              <a:rPr lang="en-US" sz="1400">
                <a:solidFill>
                  <a:srgbClr val="558ED5"/>
                </a:solidFill>
                <a:latin typeface="Calibri"/>
                <a:ea typeface="Calibri"/>
                <a:cs typeface="Calibri"/>
                <a:sym typeface="Calibri"/>
              </a:rPr>
              <a:t>블랙 / 화이트 리스트 지원</a:t>
            </a:r>
            <a:endParaRPr/>
          </a:p>
          <a:p>
            <a:pPr indent="0" lvl="1" marL="403225" rtl="0" algn="l">
              <a:spcBef>
                <a:spcPts val="1440"/>
              </a:spcBef>
              <a:spcAft>
                <a:spcPts val="0"/>
              </a:spcAft>
              <a:buNone/>
            </a:pPr>
            <a:r>
              <a:rPr lang="en-US" sz="1200">
                <a:solidFill>
                  <a:schemeClr val="dk1"/>
                </a:solidFill>
              </a:rPr>
              <a:t>yolov5</a:t>
            </a:r>
            <a:r>
              <a:rPr lang="en-US" sz="1200">
                <a:solidFill>
                  <a:schemeClr val="dk1"/>
                </a:solidFill>
              </a:rPr>
              <a:t>가 탐지한 객체 중, 불필요한 사물 등을 해당 프레임의 bounding box로 표시하지 않고 서버에 전송하지 않는 블랙 리스트 기능과 Piggy back 기능을 위한 화이트 리스트 기능을 구현한다. </a:t>
            </a:r>
            <a:endParaRPr sz="800">
              <a:latin typeface="Calibri"/>
              <a:ea typeface="Calibri"/>
              <a:cs typeface="Calibri"/>
              <a:sym typeface="Calibri"/>
            </a:endParaRPr>
          </a:p>
          <a:p>
            <a:pPr indent="0" lvl="0" marL="0" rtl="0" algn="l">
              <a:spcBef>
                <a:spcPts val="0"/>
              </a:spcBef>
              <a:spcAft>
                <a:spcPts val="0"/>
              </a:spcAft>
              <a:buNone/>
            </a:pPr>
            <a:r>
              <a:t/>
            </a:r>
            <a:endParaRPr sz="800"/>
          </a:p>
        </p:txBody>
      </p:sp>
      <p:pic>
        <p:nvPicPr>
          <p:cNvPr id="181" name="Google Shape;181;p9"/>
          <p:cNvPicPr preferRelativeResize="0"/>
          <p:nvPr/>
        </p:nvPicPr>
        <p:blipFill>
          <a:blip r:embed="rId6">
            <a:alphaModFix/>
          </a:blip>
          <a:stretch>
            <a:fillRect/>
          </a:stretch>
        </p:blipFill>
        <p:spPr>
          <a:xfrm>
            <a:off x="495300" y="5428900"/>
            <a:ext cx="3669750" cy="809441"/>
          </a:xfrm>
          <a:prstGeom prst="rect">
            <a:avLst/>
          </a:prstGeom>
          <a:noFill/>
          <a:ln>
            <a:noFill/>
          </a:ln>
        </p:spPr>
      </p:pic>
      <p:sp>
        <p:nvSpPr>
          <p:cNvPr id="182" name="Google Shape;182;p9"/>
          <p:cNvSpPr txBox="1"/>
          <p:nvPr>
            <p:ph idx="1" type="body"/>
          </p:nvPr>
        </p:nvSpPr>
        <p:spPr>
          <a:xfrm>
            <a:off x="5022750" y="3831200"/>
            <a:ext cx="4309200" cy="1631700"/>
          </a:xfrm>
          <a:prstGeom prst="rect">
            <a:avLst/>
          </a:prstGeom>
          <a:noFill/>
          <a:ln>
            <a:noFill/>
          </a:ln>
        </p:spPr>
        <p:txBody>
          <a:bodyPr anchorCtr="0" anchor="t" bIns="0" lIns="0" spcFirstLastPara="1" rIns="0" wrap="square" tIns="0">
            <a:spAutoFit/>
          </a:bodyPr>
          <a:lstStyle/>
          <a:p>
            <a:pPr indent="0" lvl="0" marL="12065" rtl="0" algn="l">
              <a:lnSpc>
                <a:spcPct val="100000"/>
              </a:lnSpc>
              <a:spcBef>
                <a:spcPts val="0"/>
              </a:spcBef>
              <a:spcAft>
                <a:spcPts val="0"/>
              </a:spcAft>
              <a:buNone/>
            </a:pPr>
            <a:r>
              <a:rPr lang="en-US" sz="1400">
                <a:solidFill>
                  <a:srgbClr val="558ED5"/>
                </a:solidFill>
                <a:latin typeface="Calibri"/>
                <a:ea typeface="Calibri"/>
                <a:cs typeface="Calibri"/>
                <a:sym typeface="Calibri"/>
              </a:rPr>
              <a:t>1-8. Piggy-back </a:t>
            </a:r>
            <a:r>
              <a:rPr lang="en-US" sz="1400">
                <a:solidFill>
                  <a:srgbClr val="558ED5"/>
                </a:solidFill>
                <a:latin typeface="Calibri"/>
                <a:ea typeface="Calibri"/>
                <a:cs typeface="Calibri"/>
                <a:sym typeface="Calibri"/>
              </a:rPr>
              <a:t>서버 전송</a:t>
            </a:r>
            <a:endParaRPr/>
          </a:p>
          <a:p>
            <a:pPr indent="0" lvl="1" marL="403225" rtl="0" algn="l">
              <a:spcBef>
                <a:spcPts val="1440"/>
              </a:spcBef>
              <a:spcAft>
                <a:spcPts val="0"/>
              </a:spcAft>
              <a:buNone/>
            </a:pPr>
            <a:r>
              <a:rPr lang="en-US" sz="1200">
                <a:solidFill>
                  <a:schemeClr val="dk1"/>
                </a:solidFill>
              </a:rPr>
              <a:t>yolov5가 탐지한 객체 중, </a:t>
            </a:r>
            <a:r>
              <a:rPr lang="en-US" sz="1200">
                <a:solidFill>
                  <a:schemeClr val="dk1"/>
                </a:solidFill>
              </a:rPr>
              <a:t>침입자가 아니라고 판단되는 객체 (e.g. 애완견, 고양이) 들은 화이트 리스트에 등록 후, 탐지하는 즉시 서버에 전송하는 대신 Edge System의 큐에 임시로 보관 후, 침입자가 발생했을 경우 해당 프레임과 같이 서버에 전송하여 서버의 연결 횟수 및 네트워크 트래픽을 훨씬 효과적으로 사용할 수 있다. </a:t>
            </a:r>
            <a:endParaRPr sz="800">
              <a:latin typeface="Calibri"/>
              <a:ea typeface="Calibri"/>
              <a:cs typeface="Calibri"/>
              <a:sym typeface="Calibri"/>
            </a:endParaRPr>
          </a:p>
          <a:p>
            <a:pPr indent="0" lvl="0" marL="0" rtl="0" algn="l">
              <a:spcBef>
                <a:spcPts val="0"/>
              </a:spcBef>
              <a:spcAft>
                <a:spcPts val="0"/>
              </a:spcAft>
              <a:buNone/>
            </a:pPr>
            <a:r>
              <a:t/>
            </a:r>
            <a:endParaRPr sz="800"/>
          </a:p>
        </p:txBody>
      </p:sp>
      <p:pic>
        <p:nvPicPr>
          <p:cNvPr id="183" name="Google Shape;183;p9"/>
          <p:cNvPicPr preferRelativeResize="0"/>
          <p:nvPr/>
        </p:nvPicPr>
        <p:blipFill>
          <a:blip r:embed="rId7">
            <a:alphaModFix/>
          </a:blip>
          <a:stretch>
            <a:fillRect/>
          </a:stretch>
        </p:blipFill>
        <p:spPr>
          <a:xfrm>
            <a:off x="6573468" y="5307950"/>
            <a:ext cx="1963757" cy="1262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0"/>
          <p:cNvSpPr txBox="1"/>
          <p:nvPr>
            <p:ph type="title"/>
          </p:nvPr>
        </p:nvSpPr>
        <p:spPr>
          <a:xfrm>
            <a:off x="574040" y="609888"/>
            <a:ext cx="8757919" cy="30777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chemeClr val="dk2"/>
                </a:solidFill>
              </a:rPr>
              <a:t>기능 - 2. Service System(Python, Django 기반)</a:t>
            </a:r>
            <a:endParaRPr/>
          </a:p>
        </p:txBody>
      </p:sp>
      <p:sp>
        <p:nvSpPr>
          <p:cNvPr id="189" name="Google Shape;189;p10"/>
          <p:cNvSpPr txBox="1"/>
          <p:nvPr>
            <p:ph idx="1" type="body"/>
          </p:nvPr>
        </p:nvSpPr>
        <p:spPr>
          <a:xfrm>
            <a:off x="495300" y="1143000"/>
            <a:ext cx="4309200" cy="1385400"/>
          </a:xfrm>
          <a:prstGeom prst="rect">
            <a:avLst/>
          </a:prstGeom>
          <a:noFill/>
          <a:ln>
            <a:noFill/>
          </a:ln>
        </p:spPr>
        <p:txBody>
          <a:bodyPr anchorCtr="0" anchor="t" bIns="0" lIns="0" spcFirstLastPara="1" rIns="0" wrap="square" tIns="0">
            <a:spAutoFit/>
          </a:bodyPr>
          <a:lstStyle/>
          <a:p>
            <a:pPr indent="0" lvl="0" marL="12065" rtl="0" algn="l">
              <a:lnSpc>
                <a:spcPct val="100000"/>
              </a:lnSpc>
              <a:spcBef>
                <a:spcPts val="0"/>
              </a:spcBef>
              <a:spcAft>
                <a:spcPts val="0"/>
              </a:spcAft>
              <a:buNone/>
            </a:pPr>
            <a:r>
              <a:rPr lang="en-US" sz="1400">
                <a:solidFill>
                  <a:srgbClr val="558ED5"/>
                </a:solidFill>
                <a:latin typeface="Calibri"/>
                <a:ea typeface="Calibri"/>
                <a:cs typeface="Calibri"/>
                <a:sym typeface="Calibri"/>
              </a:rPr>
              <a:t>2-1. 사용자 보안 기능(보안키를 이용한 로그인, 공통)</a:t>
            </a:r>
            <a:endParaRPr i="1" sz="1400">
              <a:solidFill>
                <a:srgbClr val="FF0000"/>
              </a:solidFill>
              <a:latin typeface="Calibri"/>
              <a:ea typeface="Calibri"/>
              <a:cs typeface="Calibri"/>
              <a:sym typeface="Calibri"/>
            </a:endParaRPr>
          </a:p>
          <a:p>
            <a:pPr indent="0" lvl="1" marL="403225" rtl="0" algn="l">
              <a:spcBef>
                <a:spcPts val="1440"/>
              </a:spcBef>
              <a:spcAft>
                <a:spcPts val="0"/>
              </a:spcAft>
              <a:buClr>
                <a:schemeClr val="dk1"/>
              </a:buClr>
              <a:buFont typeface="Arial"/>
              <a:buNone/>
            </a:pPr>
            <a:r>
              <a:rPr lang="en-US" sz="1200">
                <a:solidFill>
                  <a:schemeClr val="dk1"/>
                </a:solidFill>
              </a:rPr>
              <a:t>Token 기반 Django Restframework의 Authentication 기능을 활용하여 로그인 기능을 활용하여 안전한 데이터 전송 및 접근을 구현한다. </a:t>
            </a:r>
            <a:endParaRPr sz="1200">
              <a:latin typeface="Calibri"/>
              <a:ea typeface="Calibri"/>
              <a:cs typeface="Calibri"/>
              <a:sym typeface="Calibri"/>
            </a:endParaRPr>
          </a:p>
          <a:p>
            <a:pPr indent="-182880" lvl="0" marL="233680" rtl="0" algn="l">
              <a:spcBef>
                <a:spcPts val="1440"/>
              </a:spcBef>
              <a:spcAft>
                <a:spcPts val="0"/>
              </a:spcAft>
              <a:buClr>
                <a:schemeClr val="lt1"/>
              </a:buClr>
              <a:buSzPts val="800"/>
              <a:buFont typeface="Consolas"/>
              <a:buNone/>
            </a:pPr>
            <a:r>
              <a:t/>
            </a:r>
            <a:endParaRPr sz="800">
              <a:latin typeface="Calibri"/>
              <a:ea typeface="Calibri"/>
              <a:cs typeface="Calibri"/>
              <a:sym typeface="Calibri"/>
            </a:endParaRPr>
          </a:p>
          <a:p>
            <a:pPr indent="0" lvl="0" marL="0" rtl="0" algn="l">
              <a:spcBef>
                <a:spcPts val="0"/>
              </a:spcBef>
              <a:spcAft>
                <a:spcPts val="0"/>
              </a:spcAft>
              <a:buNone/>
            </a:pPr>
            <a:r>
              <a:t/>
            </a:r>
            <a:endParaRPr sz="800"/>
          </a:p>
        </p:txBody>
      </p:sp>
      <p:sp>
        <p:nvSpPr>
          <p:cNvPr id="190" name="Google Shape;190;p10"/>
          <p:cNvSpPr txBox="1"/>
          <p:nvPr>
            <p:ph idx="2" type="body"/>
          </p:nvPr>
        </p:nvSpPr>
        <p:spPr>
          <a:xfrm>
            <a:off x="5101590" y="1143000"/>
            <a:ext cx="4309200" cy="1385400"/>
          </a:xfrm>
          <a:prstGeom prst="rect">
            <a:avLst/>
          </a:prstGeom>
          <a:noFill/>
          <a:ln>
            <a:noFill/>
          </a:ln>
        </p:spPr>
        <p:txBody>
          <a:bodyPr anchorCtr="0" anchor="t" bIns="0" lIns="0" spcFirstLastPara="1" rIns="0" wrap="square" tIns="0">
            <a:spAutoFit/>
          </a:bodyPr>
          <a:lstStyle/>
          <a:p>
            <a:pPr indent="0" lvl="0" marL="12065" rtl="0" algn="l">
              <a:lnSpc>
                <a:spcPct val="100000"/>
              </a:lnSpc>
              <a:spcBef>
                <a:spcPts val="0"/>
              </a:spcBef>
              <a:spcAft>
                <a:spcPts val="0"/>
              </a:spcAft>
              <a:buNone/>
            </a:pPr>
            <a:r>
              <a:rPr lang="en-US" sz="1400">
                <a:solidFill>
                  <a:srgbClr val="558ED5"/>
                </a:solidFill>
                <a:latin typeface="Calibri"/>
                <a:ea typeface="Calibri"/>
                <a:cs typeface="Calibri"/>
                <a:sym typeface="Calibri"/>
              </a:rPr>
              <a:t>2-2. Image Blog 및 관리 기능(공통, 일부 확장 기능 가능)</a:t>
            </a:r>
            <a:endParaRPr b="1" sz="1400">
              <a:solidFill>
                <a:srgbClr val="558ED5"/>
              </a:solidFill>
              <a:latin typeface="Calibri"/>
              <a:ea typeface="Calibri"/>
              <a:cs typeface="Calibri"/>
              <a:sym typeface="Calibri"/>
            </a:endParaRPr>
          </a:p>
          <a:p>
            <a:pPr indent="0" lvl="1" marL="403225" rtl="0" algn="l">
              <a:spcBef>
                <a:spcPts val="1440"/>
              </a:spcBef>
              <a:spcAft>
                <a:spcPts val="0"/>
              </a:spcAft>
              <a:buClr>
                <a:schemeClr val="dk1"/>
              </a:buClr>
              <a:buFont typeface="Arial"/>
              <a:buNone/>
            </a:pPr>
            <a:r>
              <a:rPr lang="en-US" sz="1200">
                <a:solidFill>
                  <a:schemeClr val="dk1"/>
                </a:solidFill>
              </a:rPr>
              <a:t>Django Restframework 기반 Blog 관리 기능을 구현한다. Admin 페이지에서 직접 관리 할 수 있으며, 추가적인 관리 기능들은 Rest API의 형태로 구현한다. </a:t>
            </a:r>
            <a:endParaRPr sz="1200">
              <a:latin typeface="Calibri"/>
              <a:ea typeface="Calibri"/>
              <a:cs typeface="Calibri"/>
              <a:sym typeface="Calibri"/>
            </a:endParaRPr>
          </a:p>
          <a:p>
            <a:pPr indent="-182880" lvl="0" marL="233680" rtl="0" algn="l">
              <a:spcBef>
                <a:spcPts val="1440"/>
              </a:spcBef>
              <a:spcAft>
                <a:spcPts val="0"/>
              </a:spcAft>
              <a:buClr>
                <a:schemeClr val="lt1"/>
              </a:buClr>
              <a:buSzPts val="800"/>
              <a:buFont typeface="Consolas"/>
              <a:buNone/>
            </a:pPr>
            <a:r>
              <a:t/>
            </a:r>
            <a:endParaRPr sz="800">
              <a:latin typeface="Calibri"/>
              <a:ea typeface="Calibri"/>
              <a:cs typeface="Calibri"/>
              <a:sym typeface="Calibri"/>
            </a:endParaRPr>
          </a:p>
          <a:p>
            <a:pPr indent="0" lvl="0" marL="0" rtl="0" algn="l">
              <a:spcBef>
                <a:spcPts val="0"/>
              </a:spcBef>
              <a:spcAft>
                <a:spcPts val="0"/>
              </a:spcAft>
              <a:buNone/>
            </a:pPr>
            <a:r>
              <a:t/>
            </a:r>
            <a:endParaRPr sz="800"/>
          </a:p>
        </p:txBody>
      </p:sp>
      <p:sp>
        <p:nvSpPr>
          <p:cNvPr id="191" name="Google Shape;191;p10"/>
          <p:cNvSpPr txBox="1"/>
          <p:nvPr/>
        </p:nvSpPr>
        <p:spPr>
          <a:xfrm>
            <a:off x="458118" y="4038600"/>
            <a:ext cx="4309200" cy="1569900"/>
          </a:xfrm>
          <a:prstGeom prst="rect">
            <a:avLst/>
          </a:prstGeom>
          <a:noFill/>
          <a:ln>
            <a:noFill/>
          </a:ln>
        </p:spPr>
        <p:txBody>
          <a:bodyPr anchorCtr="0" anchor="t" bIns="0" lIns="0" spcFirstLastPara="1" rIns="0" wrap="square" tIns="0">
            <a:spAutoFit/>
          </a:bodyPr>
          <a:lstStyle/>
          <a:p>
            <a:pPr indent="0" lvl="0" marL="12065" marR="0" rtl="0" algn="l">
              <a:spcBef>
                <a:spcPts val="0"/>
              </a:spcBef>
              <a:spcAft>
                <a:spcPts val="0"/>
              </a:spcAft>
              <a:buNone/>
            </a:pPr>
            <a:r>
              <a:rPr b="0" i="0" lang="en-US" sz="1400">
                <a:solidFill>
                  <a:srgbClr val="558ED5"/>
                </a:solidFill>
                <a:latin typeface="Calibri"/>
                <a:ea typeface="Calibri"/>
                <a:cs typeface="Calibri"/>
                <a:sym typeface="Calibri"/>
              </a:rPr>
              <a:t>2-3. 게시를 위한 HTTP Restfull API 제공(공통)</a:t>
            </a:r>
            <a:endParaRPr b="0" i="1" sz="1400">
              <a:solidFill>
                <a:srgbClr val="FF0000"/>
              </a:solidFill>
              <a:latin typeface="Calibri"/>
              <a:ea typeface="Calibri"/>
              <a:cs typeface="Calibri"/>
              <a:sym typeface="Calibri"/>
            </a:endParaRPr>
          </a:p>
          <a:p>
            <a:pPr indent="0" lvl="1" marL="403225" rtl="0" algn="l">
              <a:spcBef>
                <a:spcPts val="1440"/>
              </a:spcBef>
              <a:spcAft>
                <a:spcPts val="0"/>
              </a:spcAft>
              <a:buClr>
                <a:schemeClr val="dk1"/>
              </a:buClr>
              <a:buFont typeface="Arial"/>
              <a:buNone/>
            </a:pPr>
            <a:r>
              <a:rPr lang="en-US" sz="1200">
                <a:solidFill>
                  <a:schemeClr val="dk1"/>
                </a:solidFill>
                <a:latin typeface="Calibri"/>
                <a:ea typeface="Calibri"/>
                <a:cs typeface="Calibri"/>
                <a:sym typeface="Calibri"/>
              </a:rPr>
              <a:t>Django의 restframework를 활용하여 탐지된 객체에 대한 정보를 Restful하게 제공함으로써 Android App이 HTTP API를 통해 해당 데이터에 접근하거나 Edge System이 실시간으로 탐지된 객체에 대한 정보를 서버에 전송할 수 있다. </a:t>
            </a:r>
            <a:endParaRPr b="0" i="0" sz="1200" u="none" cap="none" strike="noStrike">
              <a:solidFill>
                <a:srgbClr val="000000"/>
              </a:solidFill>
              <a:latin typeface="Calibri"/>
              <a:ea typeface="Calibri"/>
              <a:cs typeface="Calibri"/>
              <a:sym typeface="Calibri"/>
            </a:endParaRPr>
          </a:p>
          <a:p>
            <a:pPr indent="-182880" lvl="0" marL="233680" marR="0" rtl="0" algn="l">
              <a:spcBef>
                <a:spcPts val="1440"/>
              </a:spcBef>
              <a:spcAft>
                <a:spcPts val="0"/>
              </a:spcAft>
              <a:buClr>
                <a:schemeClr val="lt1"/>
              </a:buClr>
              <a:buSzPts val="800"/>
              <a:buFont typeface="Consolas"/>
              <a:buNone/>
            </a:pPr>
            <a:r>
              <a:t/>
            </a:r>
            <a:endParaRPr b="0" i="0" sz="800">
              <a:solidFill>
                <a:schemeClr val="lt1"/>
              </a:solidFill>
              <a:latin typeface="Calibri"/>
              <a:ea typeface="Calibri"/>
              <a:cs typeface="Calibri"/>
              <a:sym typeface="Calibri"/>
            </a:endParaRPr>
          </a:p>
          <a:p>
            <a:pPr indent="0" lvl="0" marL="0" marR="0" rtl="0" algn="l">
              <a:spcBef>
                <a:spcPts val="0"/>
              </a:spcBef>
              <a:spcAft>
                <a:spcPts val="0"/>
              </a:spcAft>
              <a:buNone/>
            </a:pPr>
            <a:r>
              <a:t/>
            </a:r>
            <a:endParaRPr b="0" i="0" sz="800">
              <a:solidFill>
                <a:schemeClr val="lt1"/>
              </a:solidFill>
              <a:latin typeface="Consolas"/>
              <a:ea typeface="Consolas"/>
              <a:cs typeface="Consolas"/>
              <a:sym typeface="Consolas"/>
            </a:endParaRPr>
          </a:p>
        </p:txBody>
      </p:sp>
      <p:sp>
        <p:nvSpPr>
          <p:cNvPr id="192" name="Google Shape;192;p10"/>
          <p:cNvSpPr txBox="1"/>
          <p:nvPr/>
        </p:nvSpPr>
        <p:spPr>
          <a:xfrm>
            <a:off x="5064408" y="4038600"/>
            <a:ext cx="4309200" cy="1600800"/>
          </a:xfrm>
          <a:prstGeom prst="rect">
            <a:avLst/>
          </a:prstGeom>
          <a:noFill/>
          <a:ln>
            <a:noFill/>
          </a:ln>
        </p:spPr>
        <p:txBody>
          <a:bodyPr anchorCtr="0" anchor="t" bIns="0" lIns="0" spcFirstLastPara="1" rIns="0" wrap="square" tIns="0">
            <a:spAutoFit/>
          </a:bodyPr>
          <a:lstStyle/>
          <a:p>
            <a:pPr indent="0" lvl="0" marL="12065" marR="0" rtl="0" algn="l">
              <a:spcBef>
                <a:spcPts val="0"/>
              </a:spcBef>
              <a:spcAft>
                <a:spcPts val="0"/>
              </a:spcAft>
              <a:buNone/>
            </a:pPr>
            <a:r>
              <a:rPr b="0" i="0" lang="en-US" sz="1400">
                <a:solidFill>
                  <a:srgbClr val="558ED5"/>
                </a:solidFill>
                <a:latin typeface="Calibri"/>
                <a:ea typeface="Calibri"/>
                <a:cs typeface="Calibri"/>
                <a:sym typeface="Calibri"/>
              </a:rPr>
              <a:t>2-4. Image 목록, 획득을 위한 HTTP Restfull API 제공(신규 추가 필요)</a:t>
            </a:r>
            <a:endParaRPr b="1" i="0" sz="1400">
              <a:solidFill>
                <a:srgbClr val="558ED5"/>
              </a:solidFill>
              <a:latin typeface="Calibri"/>
              <a:ea typeface="Calibri"/>
              <a:cs typeface="Calibri"/>
              <a:sym typeface="Calibri"/>
            </a:endParaRPr>
          </a:p>
          <a:p>
            <a:pPr indent="0" lvl="1" marL="403225" rtl="0" algn="l">
              <a:spcBef>
                <a:spcPts val="1440"/>
              </a:spcBef>
              <a:spcAft>
                <a:spcPts val="0"/>
              </a:spcAft>
              <a:buClr>
                <a:schemeClr val="dk1"/>
              </a:buClr>
              <a:buFont typeface="Arial"/>
              <a:buNone/>
            </a:pPr>
            <a:r>
              <a:rPr lang="en-US" sz="1200">
                <a:solidFill>
                  <a:schemeClr val="dk1"/>
                </a:solidFill>
                <a:latin typeface="Calibri"/>
                <a:ea typeface="Calibri"/>
                <a:cs typeface="Calibri"/>
                <a:sym typeface="Calibri"/>
              </a:rPr>
              <a:t>Django Restframework를 활용하여 데이터를 JSON 구조로 표현하고, 데이터 생성, 변경 및 삭제 기능을 API 형태로 구현한다. </a:t>
            </a:r>
            <a:endParaRPr b="0" i="0" sz="1200" u="none" cap="none" strike="noStrike">
              <a:solidFill>
                <a:srgbClr val="000000"/>
              </a:solidFill>
              <a:latin typeface="Calibri"/>
              <a:ea typeface="Calibri"/>
              <a:cs typeface="Calibri"/>
              <a:sym typeface="Calibri"/>
            </a:endParaRPr>
          </a:p>
          <a:p>
            <a:pPr indent="-182880" lvl="0" marL="233680" marR="0" rtl="0" algn="l">
              <a:spcBef>
                <a:spcPts val="1440"/>
              </a:spcBef>
              <a:spcAft>
                <a:spcPts val="0"/>
              </a:spcAft>
              <a:buClr>
                <a:schemeClr val="lt1"/>
              </a:buClr>
              <a:buSzPts val="800"/>
              <a:buFont typeface="Consolas"/>
              <a:buNone/>
            </a:pPr>
            <a:r>
              <a:t/>
            </a:r>
            <a:endParaRPr b="0" i="0" sz="800">
              <a:solidFill>
                <a:schemeClr val="lt1"/>
              </a:solidFill>
              <a:latin typeface="Calibri"/>
              <a:ea typeface="Calibri"/>
              <a:cs typeface="Calibri"/>
              <a:sym typeface="Calibri"/>
            </a:endParaRPr>
          </a:p>
          <a:p>
            <a:pPr indent="0" lvl="0" marL="0" marR="0" rtl="0" algn="l">
              <a:spcBef>
                <a:spcPts val="0"/>
              </a:spcBef>
              <a:spcAft>
                <a:spcPts val="0"/>
              </a:spcAft>
              <a:buNone/>
            </a:pPr>
            <a:r>
              <a:t/>
            </a:r>
            <a:endParaRPr b="0" i="0" sz="800">
              <a:solidFill>
                <a:schemeClr val="lt1"/>
              </a:solidFill>
              <a:latin typeface="Consolas"/>
              <a:ea typeface="Consolas"/>
              <a:cs typeface="Consolas"/>
              <a:sym typeface="Consolas"/>
            </a:endParaRPr>
          </a:p>
        </p:txBody>
      </p:sp>
      <p:pic>
        <p:nvPicPr>
          <p:cNvPr id="193" name="Google Shape;193;p10"/>
          <p:cNvPicPr preferRelativeResize="0"/>
          <p:nvPr/>
        </p:nvPicPr>
        <p:blipFill rotWithShape="1">
          <a:blip r:embed="rId3">
            <a:alphaModFix/>
          </a:blip>
          <a:srcRect b="36386" l="0" r="0" t="0"/>
          <a:stretch/>
        </p:blipFill>
        <p:spPr>
          <a:xfrm>
            <a:off x="5935613" y="5360800"/>
            <a:ext cx="2566775" cy="1331574"/>
          </a:xfrm>
          <a:prstGeom prst="rect">
            <a:avLst/>
          </a:prstGeom>
          <a:noFill/>
          <a:ln>
            <a:noFill/>
          </a:ln>
        </p:spPr>
      </p:pic>
      <p:pic>
        <p:nvPicPr>
          <p:cNvPr id="194" name="Google Shape;194;p10"/>
          <p:cNvPicPr preferRelativeResize="0"/>
          <p:nvPr/>
        </p:nvPicPr>
        <p:blipFill>
          <a:blip r:embed="rId4">
            <a:alphaModFix/>
          </a:blip>
          <a:stretch>
            <a:fillRect/>
          </a:stretch>
        </p:blipFill>
        <p:spPr>
          <a:xfrm>
            <a:off x="3180050" y="2162325"/>
            <a:ext cx="1783819" cy="1331575"/>
          </a:xfrm>
          <a:prstGeom prst="rect">
            <a:avLst/>
          </a:prstGeom>
          <a:noFill/>
          <a:ln>
            <a:noFill/>
          </a:ln>
        </p:spPr>
      </p:pic>
      <p:pic>
        <p:nvPicPr>
          <p:cNvPr id="195" name="Google Shape;195;p10"/>
          <p:cNvPicPr preferRelativeResize="0"/>
          <p:nvPr/>
        </p:nvPicPr>
        <p:blipFill>
          <a:blip r:embed="rId5">
            <a:alphaModFix/>
          </a:blip>
          <a:stretch>
            <a:fillRect/>
          </a:stretch>
        </p:blipFill>
        <p:spPr>
          <a:xfrm>
            <a:off x="253398" y="2349765"/>
            <a:ext cx="2678000" cy="956690"/>
          </a:xfrm>
          <a:prstGeom prst="rect">
            <a:avLst/>
          </a:prstGeom>
          <a:noFill/>
          <a:ln>
            <a:noFill/>
          </a:ln>
        </p:spPr>
      </p:pic>
      <p:pic>
        <p:nvPicPr>
          <p:cNvPr id="196" name="Google Shape;196;p10"/>
          <p:cNvPicPr preferRelativeResize="0"/>
          <p:nvPr/>
        </p:nvPicPr>
        <p:blipFill>
          <a:blip r:embed="rId6">
            <a:alphaModFix/>
          </a:blip>
          <a:stretch>
            <a:fillRect/>
          </a:stretch>
        </p:blipFill>
        <p:spPr>
          <a:xfrm>
            <a:off x="849063" y="5360800"/>
            <a:ext cx="3601682" cy="956675"/>
          </a:xfrm>
          <a:prstGeom prst="rect">
            <a:avLst/>
          </a:prstGeom>
          <a:noFill/>
          <a:ln>
            <a:noFill/>
          </a:ln>
        </p:spPr>
      </p:pic>
      <p:pic>
        <p:nvPicPr>
          <p:cNvPr id="197" name="Google Shape;197;p10"/>
          <p:cNvPicPr preferRelativeResize="0"/>
          <p:nvPr/>
        </p:nvPicPr>
        <p:blipFill>
          <a:blip r:embed="rId7">
            <a:alphaModFix/>
          </a:blip>
          <a:stretch>
            <a:fillRect/>
          </a:stretch>
        </p:blipFill>
        <p:spPr>
          <a:xfrm>
            <a:off x="5972813" y="2274175"/>
            <a:ext cx="2566774" cy="156026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2"/>
          <p:cNvSpPr txBox="1"/>
          <p:nvPr>
            <p:ph type="title"/>
          </p:nvPr>
        </p:nvSpPr>
        <p:spPr>
          <a:xfrm>
            <a:off x="574040" y="609888"/>
            <a:ext cx="8757919" cy="30777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chemeClr val="dk2"/>
                </a:solidFill>
              </a:rPr>
              <a:t>기능 - 3. Client System(Android, </a:t>
            </a:r>
            <a:r>
              <a:rPr lang="en-US">
                <a:solidFill>
                  <a:schemeClr val="dk2"/>
                </a:solidFill>
              </a:rPr>
              <a:t>Java기반</a:t>
            </a:r>
            <a:r>
              <a:rPr lang="en-US" sz="2000">
                <a:solidFill>
                  <a:schemeClr val="dk2"/>
                </a:solidFill>
              </a:rPr>
              <a:t>, 개별 제안)</a:t>
            </a:r>
            <a:endParaRPr/>
          </a:p>
        </p:txBody>
      </p:sp>
      <p:sp>
        <p:nvSpPr>
          <p:cNvPr id="203" name="Google Shape;203;p12"/>
          <p:cNvSpPr txBox="1"/>
          <p:nvPr>
            <p:ph idx="1" type="body"/>
          </p:nvPr>
        </p:nvSpPr>
        <p:spPr>
          <a:xfrm>
            <a:off x="495300" y="1143000"/>
            <a:ext cx="4309200" cy="892800"/>
          </a:xfrm>
          <a:prstGeom prst="rect">
            <a:avLst/>
          </a:prstGeom>
          <a:noFill/>
          <a:ln>
            <a:noFill/>
          </a:ln>
        </p:spPr>
        <p:txBody>
          <a:bodyPr anchorCtr="0" anchor="t" bIns="0" lIns="0" spcFirstLastPara="1" rIns="0" wrap="square" tIns="0">
            <a:spAutoFit/>
          </a:bodyPr>
          <a:lstStyle/>
          <a:p>
            <a:pPr indent="0" lvl="0" marL="12065" rtl="0" algn="l">
              <a:lnSpc>
                <a:spcPct val="100000"/>
              </a:lnSpc>
              <a:spcBef>
                <a:spcPts val="0"/>
              </a:spcBef>
              <a:spcAft>
                <a:spcPts val="0"/>
              </a:spcAft>
              <a:buNone/>
            </a:pPr>
            <a:r>
              <a:rPr lang="en-US" sz="1400">
                <a:solidFill>
                  <a:srgbClr val="558ED5"/>
                </a:solidFill>
                <a:latin typeface="Calibri"/>
                <a:ea typeface="Calibri"/>
                <a:cs typeface="Calibri"/>
                <a:sym typeface="Calibri"/>
              </a:rPr>
              <a:t>3.1. Image list view 기능(공통 기능, 개별 제안)</a:t>
            </a:r>
            <a:endParaRPr/>
          </a:p>
          <a:p>
            <a:pPr indent="0" lvl="1" marL="403225" rtl="0" algn="l">
              <a:spcBef>
                <a:spcPts val="1440"/>
              </a:spcBef>
              <a:spcAft>
                <a:spcPts val="0"/>
              </a:spcAft>
              <a:buClr>
                <a:schemeClr val="dk1"/>
              </a:buClr>
              <a:buFont typeface="Arial"/>
              <a:buNone/>
            </a:pPr>
            <a:r>
              <a:rPr lang="en-US" sz="1200">
                <a:solidFill>
                  <a:schemeClr val="dk1"/>
                </a:solidFill>
              </a:rPr>
              <a:t>Rest API를 통해 서버에 저장되어 있는</a:t>
            </a:r>
            <a:br>
              <a:rPr lang="en-US" sz="1200">
                <a:solidFill>
                  <a:schemeClr val="dk1"/>
                </a:solidFill>
              </a:rPr>
            </a:br>
            <a:r>
              <a:rPr lang="en-US" sz="1200">
                <a:solidFill>
                  <a:schemeClr val="dk1"/>
                </a:solidFill>
              </a:rPr>
              <a:t>이미지들의 목록을 로드하여 나타낸다.</a:t>
            </a:r>
            <a:endParaRPr sz="1200">
              <a:solidFill>
                <a:schemeClr val="dk1"/>
              </a:solidFill>
            </a:endParaRPr>
          </a:p>
          <a:p>
            <a:pPr indent="0" lvl="0" marL="0" rtl="0" algn="l">
              <a:spcBef>
                <a:spcPts val="0"/>
              </a:spcBef>
              <a:spcAft>
                <a:spcPts val="0"/>
              </a:spcAft>
              <a:buNone/>
            </a:pPr>
            <a:r>
              <a:t/>
            </a:r>
            <a:endParaRPr sz="800"/>
          </a:p>
        </p:txBody>
      </p:sp>
      <p:sp>
        <p:nvSpPr>
          <p:cNvPr id="204" name="Google Shape;204;p12"/>
          <p:cNvSpPr txBox="1"/>
          <p:nvPr>
            <p:ph idx="2" type="body"/>
          </p:nvPr>
        </p:nvSpPr>
        <p:spPr>
          <a:xfrm>
            <a:off x="5101590" y="1143000"/>
            <a:ext cx="4309200" cy="1231500"/>
          </a:xfrm>
          <a:prstGeom prst="rect">
            <a:avLst/>
          </a:prstGeom>
          <a:noFill/>
          <a:ln>
            <a:noFill/>
          </a:ln>
        </p:spPr>
        <p:txBody>
          <a:bodyPr anchorCtr="0" anchor="t" bIns="0" lIns="0" spcFirstLastPara="1" rIns="0" wrap="square" tIns="0">
            <a:spAutoFit/>
          </a:bodyPr>
          <a:lstStyle/>
          <a:p>
            <a:pPr indent="0" lvl="0" marL="12065" rtl="0" algn="l">
              <a:lnSpc>
                <a:spcPct val="100000"/>
              </a:lnSpc>
              <a:spcBef>
                <a:spcPts val="0"/>
              </a:spcBef>
              <a:spcAft>
                <a:spcPts val="0"/>
              </a:spcAft>
              <a:buNone/>
            </a:pPr>
            <a:r>
              <a:rPr lang="en-US" sz="1400">
                <a:solidFill>
                  <a:srgbClr val="558ED5"/>
                </a:solidFill>
                <a:latin typeface="Calibri"/>
                <a:ea typeface="Calibri"/>
                <a:cs typeface="Calibri"/>
                <a:sym typeface="Calibri"/>
              </a:rPr>
              <a:t>3.2. Image 목록, 획득을 위한 HTTP Restfull API 사용(신규 추가 필요)</a:t>
            </a:r>
            <a:endParaRPr b="1" sz="1400">
              <a:solidFill>
                <a:srgbClr val="558ED5"/>
              </a:solidFill>
              <a:latin typeface="Calibri"/>
              <a:ea typeface="Calibri"/>
              <a:cs typeface="Calibri"/>
              <a:sym typeface="Calibri"/>
            </a:endParaRPr>
          </a:p>
          <a:p>
            <a:pPr indent="0" lvl="1" marL="403225" rtl="0" algn="l">
              <a:spcBef>
                <a:spcPts val="1440"/>
              </a:spcBef>
              <a:spcAft>
                <a:spcPts val="0"/>
              </a:spcAft>
              <a:buClr>
                <a:schemeClr val="dk1"/>
              </a:buClr>
              <a:buFont typeface="Arial"/>
              <a:buNone/>
            </a:pPr>
            <a:r>
              <a:rPr lang="en-US" sz="1200">
                <a:solidFill>
                  <a:schemeClr val="dk1"/>
                </a:solidFill>
              </a:rPr>
              <a:t>GET Method를 사용하여 이미지들의 목록을 획득한다. </a:t>
            </a:r>
            <a:endParaRPr sz="1200">
              <a:latin typeface="Calibri"/>
              <a:ea typeface="Calibri"/>
              <a:cs typeface="Calibri"/>
              <a:sym typeface="Calibri"/>
            </a:endParaRPr>
          </a:p>
          <a:p>
            <a:pPr indent="-182880" lvl="0" marL="233680" rtl="0" algn="l">
              <a:spcBef>
                <a:spcPts val="1440"/>
              </a:spcBef>
              <a:spcAft>
                <a:spcPts val="0"/>
              </a:spcAft>
              <a:buClr>
                <a:schemeClr val="lt1"/>
              </a:buClr>
              <a:buSzPts val="800"/>
              <a:buFont typeface="Consolas"/>
              <a:buNone/>
            </a:pPr>
            <a:r>
              <a:t/>
            </a:r>
            <a:endParaRPr sz="800">
              <a:latin typeface="Calibri"/>
              <a:ea typeface="Calibri"/>
              <a:cs typeface="Calibri"/>
              <a:sym typeface="Calibri"/>
            </a:endParaRPr>
          </a:p>
          <a:p>
            <a:pPr indent="0" lvl="0" marL="0" rtl="0" algn="l">
              <a:spcBef>
                <a:spcPts val="0"/>
              </a:spcBef>
              <a:spcAft>
                <a:spcPts val="0"/>
              </a:spcAft>
              <a:buNone/>
            </a:pPr>
            <a:r>
              <a:t/>
            </a:r>
            <a:endParaRPr sz="800"/>
          </a:p>
        </p:txBody>
      </p:sp>
      <p:sp>
        <p:nvSpPr>
          <p:cNvPr id="205" name="Google Shape;205;p12"/>
          <p:cNvSpPr txBox="1"/>
          <p:nvPr/>
        </p:nvSpPr>
        <p:spPr>
          <a:xfrm>
            <a:off x="458118" y="4038600"/>
            <a:ext cx="4309200" cy="1108200"/>
          </a:xfrm>
          <a:prstGeom prst="rect">
            <a:avLst/>
          </a:prstGeom>
          <a:noFill/>
          <a:ln>
            <a:noFill/>
          </a:ln>
        </p:spPr>
        <p:txBody>
          <a:bodyPr anchorCtr="0" anchor="t" bIns="0" lIns="0" spcFirstLastPara="1" rIns="0" wrap="square" tIns="0">
            <a:spAutoFit/>
          </a:bodyPr>
          <a:lstStyle/>
          <a:p>
            <a:pPr indent="0" lvl="0" marL="12065" marR="0" rtl="0" algn="l">
              <a:spcBef>
                <a:spcPts val="0"/>
              </a:spcBef>
              <a:spcAft>
                <a:spcPts val="0"/>
              </a:spcAft>
              <a:buNone/>
            </a:pPr>
            <a:r>
              <a:rPr b="0" i="0" lang="en-US" sz="1400">
                <a:solidFill>
                  <a:srgbClr val="558ED5"/>
                </a:solidFill>
                <a:latin typeface="Calibri"/>
                <a:ea typeface="Calibri"/>
                <a:cs typeface="Calibri"/>
                <a:sym typeface="Calibri"/>
              </a:rPr>
              <a:t>3.3. 공통기능 및 추가기능을 활용한 사용자 시나리오 및 UI 제공 (신규 추가 필요)</a:t>
            </a:r>
            <a:endParaRPr/>
          </a:p>
          <a:p>
            <a:pPr indent="0" lvl="1" marL="403225" rtl="0" algn="l">
              <a:spcBef>
                <a:spcPts val="1440"/>
              </a:spcBef>
              <a:spcAft>
                <a:spcPts val="0"/>
              </a:spcAft>
              <a:buClr>
                <a:schemeClr val="dk1"/>
              </a:buClr>
              <a:buFont typeface="Arial"/>
              <a:buNone/>
            </a:pPr>
            <a:r>
              <a:rPr lang="en-US" sz="1200">
                <a:solidFill>
                  <a:schemeClr val="dk1"/>
                </a:solidFill>
                <a:latin typeface="Calibri"/>
                <a:ea typeface="Calibri"/>
                <a:cs typeface="Calibri"/>
                <a:sym typeface="Calibri"/>
              </a:rPr>
              <a:t>로그인 화면, 메인 이미지 목록 화면, 리포트 분석 화면으로 구성되어 있는 사용자 UI를 제공한다. </a:t>
            </a:r>
            <a:endParaRPr b="0" i="0" sz="800">
              <a:solidFill>
                <a:schemeClr val="lt1"/>
              </a:solidFill>
              <a:latin typeface="Calibri"/>
              <a:ea typeface="Calibri"/>
              <a:cs typeface="Calibri"/>
              <a:sym typeface="Calibri"/>
            </a:endParaRPr>
          </a:p>
          <a:p>
            <a:pPr indent="0" lvl="0" marL="0" marR="0" rtl="0" algn="l">
              <a:spcBef>
                <a:spcPts val="0"/>
              </a:spcBef>
              <a:spcAft>
                <a:spcPts val="0"/>
              </a:spcAft>
              <a:buNone/>
            </a:pPr>
            <a:r>
              <a:t/>
            </a:r>
            <a:endParaRPr b="0" i="0" sz="800">
              <a:solidFill>
                <a:schemeClr val="lt1"/>
              </a:solidFill>
              <a:latin typeface="Consolas"/>
              <a:ea typeface="Consolas"/>
              <a:cs typeface="Consolas"/>
              <a:sym typeface="Consolas"/>
            </a:endParaRPr>
          </a:p>
        </p:txBody>
      </p:sp>
      <p:sp>
        <p:nvSpPr>
          <p:cNvPr id="206" name="Google Shape;206;p12"/>
          <p:cNvSpPr txBox="1"/>
          <p:nvPr/>
        </p:nvSpPr>
        <p:spPr>
          <a:xfrm>
            <a:off x="5064408" y="4038600"/>
            <a:ext cx="4309200" cy="1385400"/>
          </a:xfrm>
          <a:prstGeom prst="rect">
            <a:avLst/>
          </a:prstGeom>
          <a:noFill/>
          <a:ln>
            <a:noFill/>
          </a:ln>
        </p:spPr>
        <p:txBody>
          <a:bodyPr anchorCtr="0" anchor="t" bIns="0" lIns="0" spcFirstLastPara="1" rIns="0" wrap="square" tIns="0">
            <a:spAutoFit/>
          </a:bodyPr>
          <a:lstStyle/>
          <a:p>
            <a:pPr indent="0" lvl="0" marL="12065" marR="0" rtl="0" algn="l">
              <a:spcBef>
                <a:spcPts val="0"/>
              </a:spcBef>
              <a:spcAft>
                <a:spcPts val="0"/>
              </a:spcAft>
              <a:buNone/>
            </a:pPr>
            <a:r>
              <a:rPr b="0" i="0" lang="en-US" sz="1400">
                <a:solidFill>
                  <a:srgbClr val="558ED5"/>
                </a:solidFill>
                <a:latin typeface="Calibri"/>
                <a:ea typeface="Calibri"/>
                <a:cs typeface="Calibri"/>
                <a:sym typeface="Calibri"/>
              </a:rPr>
              <a:t>3-4. </a:t>
            </a:r>
            <a:r>
              <a:rPr lang="en-US">
                <a:solidFill>
                  <a:srgbClr val="558ED5"/>
                </a:solidFill>
                <a:latin typeface="Calibri"/>
                <a:ea typeface="Calibri"/>
                <a:cs typeface="Calibri"/>
                <a:sym typeface="Calibri"/>
              </a:rPr>
              <a:t>서버와의 Sync</a:t>
            </a:r>
            <a:endParaRPr b="0" i="1" sz="1400">
              <a:solidFill>
                <a:srgbClr val="FF0000"/>
              </a:solidFill>
              <a:latin typeface="Calibri"/>
              <a:ea typeface="Calibri"/>
              <a:cs typeface="Calibri"/>
              <a:sym typeface="Calibri"/>
            </a:endParaRPr>
          </a:p>
          <a:p>
            <a:pPr indent="0" lvl="1" marL="403225" rtl="0" algn="l">
              <a:spcBef>
                <a:spcPts val="1440"/>
              </a:spcBef>
              <a:spcAft>
                <a:spcPts val="0"/>
              </a:spcAft>
              <a:buClr>
                <a:schemeClr val="dk1"/>
              </a:buClr>
              <a:buFont typeface="Arial"/>
              <a:buNone/>
            </a:pPr>
            <a:r>
              <a:rPr lang="en-US" sz="1200">
                <a:solidFill>
                  <a:schemeClr val="dk1"/>
                </a:solidFill>
                <a:latin typeface="Calibri"/>
                <a:ea typeface="Calibri"/>
                <a:cs typeface="Calibri"/>
                <a:sym typeface="Calibri"/>
              </a:rPr>
              <a:t>서버로부터 탐지된 객체의 정보를 실시간으로 받아오기 위해 Sync 기능을 제공하며, 이를 통해 이미지 및 메타 데이터의 목록을 실시간으로 업데이트 할 수 있다. </a:t>
            </a:r>
            <a:endParaRPr b="0" i="0" sz="1200" u="none" cap="none" strike="noStrike">
              <a:solidFill>
                <a:srgbClr val="000000"/>
              </a:solidFill>
              <a:latin typeface="Calibri"/>
              <a:ea typeface="Calibri"/>
              <a:cs typeface="Calibri"/>
              <a:sym typeface="Calibri"/>
            </a:endParaRPr>
          </a:p>
          <a:p>
            <a:pPr indent="-182880" lvl="0" marL="233680" marR="0" rtl="0" algn="l">
              <a:spcBef>
                <a:spcPts val="1440"/>
              </a:spcBef>
              <a:spcAft>
                <a:spcPts val="0"/>
              </a:spcAft>
              <a:buClr>
                <a:schemeClr val="lt1"/>
              </a:buClr>
              <a:buSzPts val="800"/>
              <a:buFont typeface="Consolas"/>
              <a:buNone/>
            </a:pPr>
            <a:r>
              <a:t/>
            </a:r>
            <a:endParaRPr b="0" i="0" sz="800">
              <a:solidFill>
                <a:schemeClr val="lt1"/>
              </a:solidFill>
              <a:latin typeface="Calibri"/>
              <a:ea typeface="Calibri"/>
              <a:cs typeface="Calibri"/>
              <a:sym typeface="Calibri"/>
            </a:endParaRPr>
          </a:p>
          <a:p>
            <a:pPr indent="0" lvl="0" marL="0" marR="0" rtl="0" algn="l">
              <a:spcBef>
                <a:spcPts val="0"/>
              </a:spcBef>
              <a:spcAft>
                <a:spcPts val="0"/>
              </a:spcAft>
              <a:buNone/>
            </a:pPr>
            <a:r>
              <a:t/>
            </a:r>
            <a:endParaRPr b="0" i="0" sz="800">
              <a:solidFill>
                <a:schemeClr val="lt1"/>
              </a:solidFill>
              <a:latin typeface="Consolas"/>
              <a:ea typeface="Consolas"/>
              <a:cs typeface="Consolas"/>
              <a:sym typeface="Consolas"/>
            </a:endParaRPr>
          </a:p>
        </p:txBody>
      </p:sp>
      <p:pic>
        <p:nvPicPr>
          <p:cNvPr id="207" name="Google Shape;207;p12"/>
          <p:cNvPicPr preferRelativeResize="0"/>
          <p:nvPr/>
        </p:nvPicPr>
        <p:blipFill>
          <a:blip r:embed="rId3">
            <a:alphaModFix/>
          </a:blip>
          <a:stretch>
            <a:fillRect/>
          </a:stretch>
        </p:blipFill>
        <p:spPr>
          <a:xfrm>
            <a:off x="3534050" y="1542125"/>
            <a:ext cx="1142475" cy="2269675"/>
          </a:xfrm>
          <a:prstGeom prst="rect">
            <a:avLst/>
          </a:prstGeom>
          <a:noFill/>
          <a:ln>
            <a:noFill/>
          </a:ln>
        </p:spPr>
      </p:pic>
      <p:pic>
        <p:nvPicPr>
          <p:cNvPr id="208" name="Google Shape;208;p12"/>
          <p:cNvPicPr preferRelativeResize="0"/>
          <p:nvPr/>
        </p:nvPicPr>
        <p:blipFill>
          <a:blip r:embed="rId4">
            <a:alphaModFix/>
          </a:blip>
          <a:stretch>
            <a:fillRect/>
          </a:stretch>
        </p:blipFill>
        <p:spPr>
          <a:xfrm>
            <a:off x="5473099" y="2297126"/>
            <a:ext cx="3566225" cy="971375"/>
          </a:xfrm>
          <a:prstGeom prst="rect">
            <a:avLst/>
          </a:prstGeom>
          <a:noFill/>
          <a:ln>
            <a:noFill/>
          </a:ln>
        </p:spPr>
      </p:pic>
      <p:pic>
        <p:nvPicPr>
          <p:cNvPr id="209" name="Google Shape;209;p12"/>
          <p:cNvPicPr preferRelativeResize="0"/>
          <p:nvPr/>
        </p:nvPicPr>
        <p:blipFill>
          <a:blip r:embed="rId5">
            <a:alphaModFix/>
          </a:blip>
          <a:stretch>
            <a:fillRect/>
          </a:stretch>
        </p:blipFill>
        <p:spPr>
          <a:xfrm>
            <a:off x="2518925" y="5146800"/>
            <a:ext cx="738975" cy="1640317"/>
          </a:xfrm>
          <a:prstGeom prst="rect">
            <a:avLst/>
          </a:prstGeom>
          <a:noFill/>
          <a:ln>
            <a:noFill/>
          </a:ln>
        </p:spPr>
      </p:pic>
      <p:pic>
        <p:nvPicPr>
          <p:cNvPr id="210" name="Google Shape;210;p12"/>
          <p:cNvPicPr preferRelativeResize="0"/>
          <p:nvPr/>
        </p:nvPicPr>
        <p:blipFill>
          <a:blip r:embed="rId6">
            <a:alphaModFix/>
          </a:blip>
          <a:stretch>
            <a:fillRect/>
          </a:stretch>
        </p:blipFill>
        <p:spPr>
          <a:xfrm>
            <a:off x="3534050" y="5142394"/>
            <a:ext cx="738975" cy="1643239"/>
          </a:xfrm>
          <a:prstGeom prst="rect">
            <a:avLst/>
          </a:prstGeom>
          <a:noFill/>
          <a:ln>
            <a:noFill/>
          </a:ln>
        </p:spPr>
      </p:pic>
      <p:pic>
        <p:nvPicPr>
          <p:cNvPr id="211" name="Google Shape;211;p12"/>
          <p:cNvPicPr preferRelativeResize="0"/>
          <p:nvPr/>
        </p:nvPicPr>
        <p:blipFill>
          <a:blip r:embed="rId7">
            <a:alphaModFix/>
          </a:blip>
          <a:stretch>
            <a:fillRect/>
          </a:stretch>
        </p:blipFill>
        <p:spPr>
          <a:xfrm>
            <a:off x="1547101" y="5146800"/>
            <a:ext cx="738975" cy="1634424"/>
          </a:xfrm>
          <a:prstGeom prst="rect">
            <a:avLst/>
          </a:prstGeom>
          <a:noFill/>
          <a:ln>
            <a:noFill/>
          </a:ln>
        </p:spPr>
      </p:pic>
      <p:pic>
        <p:nvPicPr>
          <p:cNvPr id="212" name="Google Shape;212;p12"/>
          <p:cNvPicPr preferRelativeResize="0"/>
          <p:nvPr/>
        </p:nvPicPr>
        <p:blipFill>
          <a:blip r:embed="rId8">
            <a:alphaModFix/>
          </a:blip>
          <a:stretch>
            <a:fillRect/>
          </a:stretch>
        </p:blipFill>
        <p:spPr>
          <a:xfrm>
            <a:off x="5809300" y="5423988"/>
            <a:ext cx="2819400" cy="533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4"/>
          <p:cNvSpPr txBox="1"/>
          <p:nvPr/>
        </p:nvSpPr>
        <p:spPr>
          <a:xfrm>
            <a:off x="1208504" y="6486875"/>
            <a:ext cx="1705610"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400">
                <a:solidFill>
                  <a:srgbClr val="1F497D"/>
                </a:solidFill>
                <a:latin typeface="Times New Roman"/>
                <a:ea typeface="Times New Roman"/>
                <a:cs typeface="Times New Roman"/>
                <a:sym typeface="Times New Roman"/>
              </a:rPr>
              <a:t>Image Processing Lab</a:t>
            </a:r>
            <a:endParaRPr sz="1400">
              <a:solidFill>
                <a:schemeClr val="dk1"/>
              </a:solidFill>
              <a:latin typeface="Times New Roman"/>
              <a:ea typeface="Times New Roman"/>
              <a:cs typeface="Times New Roman"/>
              <a:sym typeface="Times New Roman"/>
            </a:endParaRPr>
          </a:p>
        </p:txBody>
      </p:sp>
      <p:sp>
        <p:nvSpPr>
          <p:cNvPr id="218" name="Google Shape;218;p14"/>
          <p:cNvSpPr txBox="1"/>
          <p:nvPr>
            <p:ph type="title"/>
          </p:nvPr>
        </p:nvSpPr>
        <p:spPr>
          <a:xfrm>
            <a:off x="574040" y="609888"/>
            <a:ext cx="3845560" cy="321242"/>
          </a:xfrm>
          <a:prstGeom prst="rect">
            <a:avLst/>
          </a:prstGeom>
          <a:noFill/>
          <a:ln>
            <a:noFill/>
          </a:ln>
        </p:spPr>
        <p:txBody>
          <a:bodyPr anchorCtr="0" anchor="t" bIns="0" lIns="0" spcFirstLastPara="1" rIns="0" wrap="square" tIns="13325">
            <a:spAutoFit/>
          </a:bodyPr>
          <a:lstStyle/>
          <a:p>
            <a:pPr indent="0" lvl="0" marL="12700" rtl="0" algn="l">
              <a:spcBef>
                <a:spcPts val="0"/>
              </a:spcBef>
              <a:spcAft>
                <a:spcPts val="0"/>
              </a:spcAft>
              <a:buNone/>
            </a:pPr>
            <a:r>
              <a:rPr lang="en-US" sz="2000"/>
              <a:t>사용자 시나리오(Ui 구성)</a:t>
            </a:r>
            <a:endParaRPr/>
          </a:p>
        </p:txBody>
      </p:sp>
      <p:sp>
        <p:nvSpPr>
          <p:cNvPr id="219" name="Google Shape;219;p14"/>
          <p:cNvSpPr txBox="1"/>
          <p:nvPr/>
        </p:nvSpPr>
        <p:spPr>
          <a:xfrm>
            <a:off x="574040" y="1124817"/>
            <a:ext cx="8080500" cy="936900"/>
          </a:xfrm>
          <a:prstGeom prst="rect">
            <a:avLst/>
          </a:prstGeom>
          <a:noFill/>
          <a:ln>
            <a:noFill/>
          </a:ln>
        </p:spPr>
        <p:txBody>
          <a:bodyPr anchorCtr="0" anchor="t" bIns="0" lIns="0" spcFirstLastPara="1" rIns="0" wrap="square" tIns="13325">
            <a:spAutoFit/>
          </a:bodyPr>
          <a:lstStyle/>
          <a:p>
            <a:pPr indent="-287019" lvl="0" marL="299085" marR="0" rtl="0" algn="l">
              <a:lnSpc>
                <a:spcPct val="100000"/>
              </a:lnSpc>
              <a:spcBef>
                <a:spcPts val="0"/>
              </a:spcBef>
              <a:spcAft>
                <a:spcPts val="0"/>
              </a:spcAft>
              <a:buClr>
                <a:srgbClr val="558ED5"/>
              </a:buClr>
              <a:buSzPts val="2000"/>
              <a:buFont typeface="Noto Sans Symbols"/>
              <a:buChar char="❖"/>
            </a:pPr>
            <a:r>
              <a:rPr lang="en-US" sz="2000">
                <a:solidFill>
                  <a:srgbClr val="558ED5"/>
                </a:solidFill>
                <a:latin typeface="Calibri"/>
                <a:ea typeface="Calibri"/>
                <a:cs typeface="Calibri"/>
                <a:sym typeface="Calibri"/>
              </a:rPr>
              <a:t>로그인 페이지</a:t>
            </a:r>
            <a:endParaRPr sz="2000">
              <a:solidFill>
                <a:srgbClr val="558ED5"/>
              </a:solidFill>
              <a:latin typeface="Calibri"/>
              <a:ea typeface="Calibri"/>
              <a:cs typeface="Calibri"/>
              <a:sym typeface="Calibri"/>
            </a:endParaRPr>
          </a:p>
          <a:p>
            <a:pPr indent="-355600" lvl="1" marL="914400" marR="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처음 앱을 실행하였을 때 나타나는 페이지로, 유저의 ID와 PW를 입력하여 서버에 접속할 수 있다. </a:t>
            </a:r>
            <a:endParaRPr sz="2000">
              <a:solidFill>
                <a:schemeClr val="dk1"/>
              </a:solidFill>
              <a:latin typeface="Calibri"/>
              <a:ea typeface="Calibri"/>
              <a:cs typeface="Calibri"/>
              <a:sym typeface="Calibri"/>
            </a:endParaRPr>
          </a:p>
        </p:txBody>
      </p:sp>
      <p:pic>
        <p:nvPicPr>
          <p:cNvPr id="220" name="Google Shape;220;p14"/>
          <p:cNvPicPr preferRelativeResize="0"/>
          <p:nvPr/>
        </p:nvPicPr>
        <p:blipFill>
          <a:blip r:embed="rId3">
            <a:alphaModFix/>
          </a:blip>
          <a:stretch>
            <a:fillRect/>
          </a:stretch>
        </p:blipFill>
        <p:spPr>
          <a:xfrm>
            <a:off x="8017975" y="2061718"/>
            <a:ext cx="1479082" cy="327135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b10ba378dd_0_57"/>
          <p:cNvSpPr txBox="1"/>
          <p:nvPr/>
        </p:nvSpPr>
        <p:spPr>
          <a:xfrm>
            <a:off x="1208504" y="6486875"/>
            <a:ext cx="1705500" cy="228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400">
                <a:solidFill>
                  <a:srgbClr val="1F497D"/>
                </a:solidFill>
                <a:latin typeface="Times New Roman"/>
                <a:ea typeface="Times New Roman"/>
                <a:cs typeface="Times New Roman"/>
                <a:sym typeface="Times New Roman"/>
              </a:rPr>
              <a:t>Image Processing Lab</a:t>
            </a:r>
            <a:endParaRPr sz="1400">
              <a:solidFill>
                <a:schemeClr val="dk1"/>
              </a:solidFill>
              <a:latin typeface="Times New Roman"/>
              <a:ea typeface="Times New Roman"/>
              <a:cs typeface="Times New Roman"/>
              <a:sym typeface="Times New Roman"/>
            </a:endParaRPr>
          </a:p>
        </p:txBody>
      </p:sp>
      <p:sp>
        <p:nvSpPr>
          <p:cNvPr id="226" name="Google Shape;226;g3b10ba378dd_0_57"/>
          <p:cNvSpPr txBox="1"/>
          <p:nvPr>
            <p:ph type="title"/>
          </p:nvPr>
        </p:nvSpPr>
        <p:spPr>
          <a:xfrm>
            <a:off x="574040" y="609888"/>
            <a:ext cx="3845700" cy="321300"/>
          </a:xfrm>
          <a:prstGeom prst="rect">
            <a:avLst/>
          </a:prstGeom>
          <a:noFill/>
          <a:ln>
            <a:noFill/>
          </a:ln>
        </p:spPr>
        <p:txBody>
          <a:bodyPr anchorCtr="0" anchor="t" bIns="0" lIns="0" spcFirstLastPara="1" rIns="0" wrap="square" tIns="13325">
            <a:spAutoFit/>
          </a:bodyPr>
          <a:lstStyle/>
          <a:p>
            <a:pPr indent="0" lvl="0" marL="12700" rtl="0" algn="l">
              <a:spcBef>
                <a:spcPts val="0"/>
              </a:spcBef>
              <a:spcAft>
                <a:spcPts val="0"/>
              </a:spcAft>
              <a:buNone/>
            </a:pPr>
            <a:r>
              <a:rPr lang="en-US" sz="2000"/>
              <a:t>사용자 시나리오(Ui 구성)</a:t>
            </a:r>
            <a:endParaRPr/>
          </a:p>
        </p:txBody>
      </p:sp>
      <p:sp>
        <p:nvSpPr>
          <p:cNvPr id="227" name="Google Shape;227;g3b10ba378dd_0_57"/>
          <p:cNvSpPr txBox="1"/>
          <p:nvPr/>
        </p:nvSpPr>
        <p:spPr>
          <a:xfrm>
            <a:off x="574049" y="1124825"/>
            <a:ext cx="6945300" cy="3707700"/>
          </a:xfrm>
          <a:prstGeom prst="rect">
            <a:avLst/>
          </a:prstGeom>
          <a:noFill/>
          <a:ln>
            <a:noFill/>
          </a:ln>
        </p:spPr>
        <p:txBody>
          <a:bodyPr anchorCtr="0" anchor="t" bIns="0" lIns="0" spcFirstLastPara="1" rIns="0" wrap="square" tIns="13325">
            <a:spAutoFit/>
          </a:bodyPr>
          <a:lstStyle/>
          <a:p>
            <a:pPr indent="-287019" lvl="0" marL="299085" marR="0" rtl="0" algn="l">
              <a:lnSpc>
                <a:spcPct val="100000"/>
              </a:lnSpc>
              <a:spcBef>
                <a:spcPts val="0"/>
              </a:spcBef>
              <a:spcAft>
                <a:spcPts val="0"/>
              </a:spcAft>
              <a:buClr>
                <a:srgbClr val="558ED5"/>
              </a:buClr>
              <a:buSzPts val="2000"/>
              <a:buFont typeface="Noto Sans Symbols"/>
              <a:buChar char="❖"/>
            </a:pPr>
            <a:r>
              <a:rPr lang="en-US" sz="2000">
                <a:solidFill>
                  <a:srgbClr val="558ED5"/>
                </a:solidFill>
                <a:latin typeface="Calibri"/>
                <a:ea typeface="Calibri"/>
                <a:cs typeface="Calibri"/>
                <a:sym typeface="Calibri"/>
              </a:rPr>
              <a:t>메인 이미지 목록 </a:t>
            </a:r>
            <a:r>
              <a:rPr lang="en-US" sz="2000">
                <a:solidFill>
                  <a:srgbClr val="558ED5"/>
                </a:solidFill>
                <a:latin typeface="Calibri"/>
                <a:ea typeface="Calibri"/>
                <a:cs typeface="Calibri"/>
                <a:sym typeface="Calibri"/>
              </a:rPr>
              <a:t>페이지</a:t>
            </a:r>
            <a:endParaRPr sz="2000">
              <a:solidFill>
                <a:srgbClr val="558ED5"/>
              </a:solidFill>
              <a:latin typeface="Calibri"/>
              <a:ea typeface="Calibri"/>
              <a:cs typeface="Calibri"/>
              <a:sym typeface="Calibri"/>
            </a:endParaRPr>
          </a:p>
          <a:p>
            <a:pPr indent="-355600" lvl="1" marL="914400" marR="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로그인 후 나타나는 메인 페이지이다. </a:t>
            </a:r>
            <a:endParaRPr sz="2000">
              <a:solidFill>
                <a:schemeClr val="dk1"/>
              </a:solidFill>
              <a:latin typeface="Calibri"/>
              <a:ea typeface="Calibri"/>
              <a:cs typeface="Calibri"/>
              <a:sym typeface="Calibri"/>
            </a:endParaRPr>
          </a:p>
          <a:p>
            <a:pPr indent="-355600" lvl="1" marL="914400" marR="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중앙에는 현재 서버에 저장되어 있는 탐지된 객체들의 이미지와 메타 데이터의 목록을 나타낸다. </a:t>
            </a:r>
            <a:endParaRPr sz="2000">
              <a:solidFill>
                <a:schemeClr val="dk1"/>
              </a:solidFill>
              <a:latin typeface="Calibri"/>
              <a:ea typeface="Calibri"/>
              <a:cs typeface="Calibri"/>
              <a:sym typeface="Calibri"/>
            </a:endParaRPr>
          </a:p>
          <a:p>
            <a:pPr indent="-355600" lvl="1" marL="914400" marR="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하단에는 부가 기능들을 사용할 수 있는 버튼들이 위치한다. </a:t>
            </a:r>
            <a:endParaRPr sz="2000">
              <a:solidFill>
                <a:schemeClr val="dk1"/>
              </a:solidFill>
              <a:latin typeface="Calibri"/>
              <a:ea typeface="Calibri"/>
              <a:cs typeface="Calibri"/>
              <a:sym typeface="Calibri"/>
            </a:endParaRPr>
          </a:p>
          <a:p>
            <a:pPr indent="-355600" lvl="2" marL="1371600" marR="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Sync: 실시간으로 서버로부터 탐지된 객체들의 이미지와 메타 데이터를 받아와 중앙의 목록을 업데이트한다. </a:t>
            </a:r>
            <a:endParaRPr sz="2000">
              <a:solidFill>
                <a:schemeClr val="dk1"/>
              </a:solidFill>
              <a:latin typeface="Calibri"/>
              <a:ea typeface="Calibri"/>
              <a:cs typeface="Calibri"/>
              <a:sym typeface="Calibri"/>
            </a:endParaRPr>
          </a:p>
          <a:p>
            <a:pPr indent="-355600" lvl="2" marL="1371600" marR="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Report: 분석 리포트 창으로 이동한다. </a:t>
            </a:r>
            <a:endParaRPr sz="2000">
              <a:solidFill>
                <a:schemeClr val="dk1"/>
              </a:solidFill>
              <a:latin typeface="Calibri"/>
              <a:ea typeface="Calibri"/>
              <a:cs typeface="Calibri"/>
              <a:sym typeface="Calibri"/>
            </a:endParaRPr>
          </a:p>
          <a:p>
            <a:pPr indent="-355600" lvl="2" marL="1371600" marR="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Logout: 현재 로그인 되어 있는 계정으로부터 로그아웃한다. </a:t>
            </a:r>
            <a:endParaRPr sz="2000">
              <a:solidFill>
                <a:schemeClr val="dk1"/>
              </a:solidFill>
              <a:latin typeface="Calibri"/>
              <a:ea typeface="Calibri"/>
              <a:cs typeface="Calibri"/>
              <a:sym typeface="Calibri"/>
            </a:endParaRPr>
          </a:p>
        </p:txBody>
      </p:sp>
      <p:pic>
        <p:nvPicPr>
          <p:cNvPr id="228" name="Google Shape;228;g3b10ba378dd_0_57"/>
          <p:cNvPicPr preferRelativeResize="0"/>
          <p:nvPr/>
        </p:nvPicPr>
        <p:blipFill>
          <a:blip r:embed="rId3">
            <a:alphaModFix/>
          </a:blip>
          <a:stretch>
            <a:fillRect/>
          </a:stretch>
        </p:blipFill>
        <p:spPr>
          <a:xfrm>
            <a:off x="7704324" y="2061727"/>
            <a:ext cx="1479083" cy="328314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b10ba378dd_0_66"/>
          <p:cNvSpPr txBox="1"/>
          <p:nvPr/>
        </p:nvSpPr>
        <p:spPr>
          <a:xfrm>
            <a:off x="1208504" y="6486875"/>
            <a:ext cx="1705500" cy="228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400">
                <a:solidFill>
                  <a:srgbClr val="1F497D"/>
                </a:solidFill>
                <a:latin typeface="Times New Roman"/>
                <a:ea typeface="Times New Roman"/>
                <a:cs typeface="Times New Roman"/>
                <a:sym typeface="Times New Roman"/>
              </a:rPr>
              <a:t>Image Processing Lab</a:t>
            </a:r>
            <a:endParaRPr sz="1400">
              <a:solidFill>
                <a:schemeClr val="dk1"/>
              </a:solidFill>
              <a:latin typeface="Times New Roman"/>
              <a:ea typeface="Times New Roman"/>
              <a:cs typeface="Times New Roman"/>
              <a:sym typeface="Times New Roman"/>
            </a:endParaRPr>
          </a:p>
        </p:txBody>
      </p:sp>
      <p:sp>
        <p:nvSpPr>
          <p:cNvPr id="234" name="Google Shape;234;g3b10ba378dd_0_66"/>
          <p:cNvSpPr txBox="1"/>
          <p:nvPr>
            <p:ph type="title"/>
          </p:nvPr>
        </p:nvSpPr>
        <p:spPr>
          <a:xfrm>
            <a:off x="574040" y="609888"/>
            <a:ext cx="3845700" cy="321300"/>
          </a:xfrm>
          <a:prstGeom prst="rect">
            <a:avLst/>
          </a:prstGeom>
          <a:noFill/>
          <a:ln>
            <a:noFill/>
          </a:ln>
        </p:spPr>
        <p:txBody>
          <a:bodyPr anchorCtr="0" anchor="t" bIns="0" lIns="0" spcFirstLastPara="1" rIns="0" wrap="square" tIns="13325">
            <a:spAutoFit/>
          </a:bodyPr>
          <a:lstStyle/>
          <a:p>
            <a:pPr indent="0" lvl="0" marL="12700" rtl="0" algn="l">
              <a:spcBef>
                <a:spcPts val="0"/>
              </a:spcBef>
              <a:spcAft>
                <a:spcPts val="0"/>
              </a:spcAft>
              <a:buNone/>
            </a:pPr>
            <a:r>
              <a:rPr lang="en-US" sz="2000"/>
              <a:t>사용자 시나리오(Ui 구성)</a:t>
            </a:r>
            <a:endParaRPr/>
          </a:p>
        </p:txBody>
      </p:sp>
      <p:sp>
        <p:nvSpPr>
          <p:cNvPr id="235" name="Google Shape;235;g3b10ba378dd_0_66"/>
          <p:cNvSpPr txBox="1"/>
          <p:nvPr/>
        </p:nvSpPr>
        <p:spPr>
          <a:xfrm>
            <a:off x="574048" y="1124825"/>
            <a:ext cx="6854400" cy="4015500"/>
          </a:xfrm>
          <a:prstGeom prst="rect">
            <a:avLst/>
          </a:prstGeom>
          <a:noFill/>
          <a:ln>
            <a:noFill/>
          </a:ln>
        </p:spPr>
        <p:txBody>
          <a:bodyPr anchorCtr="0" anchor="t" bIns="0" lIns="0" spcFirstLastPara="1" rIns="0" wrap="square" tIns="13325">
            <a:spAutoFit/>
          </a:bodyPr>
          <a:lstStyle/>
          <a:p>
            <a:pPr indent="-287019" lvl="0" marL="299085" marR="0" rtl="0" algn="l">
              <a:lnSpc>
                <a:spcPct val="100000"/>
              </a:lnSpc>
              <a:spcBef>
                <a:spcPts val="0"/>
              </a:spcBef>
              <a:spcAft>
                <a:spcPts val="0"/>
              </a:spcAft>
              <a:buClr>
                <a:srgbClr val="558ED5"/>
              </a:buClr>
              <a:buSzPts val="2000"/>
              <a:buFont typeface="Noto Sans Symbols"/>
              <a:buChar char="❖"/>
            </a:pPr>
            <a:r>
              <a:rPr lang="en-US" sz="2000">
                <a:solidFill>
                  <a:srgbClr val="558ED5"/>
                </a:solidFill>
                <a:latin typeface="Calibri"/>
                <a:ea typeface="Calibri"/>
                <a:cs typeface="Calibri"/>
                <a:sym typeface="Calibri"/>
              </a:rPr>
              <a:t>분석 리포트 </a:t>
            </a:r>
            <a:r>
              <a:rPr lang="en-US" sz="2000">
                <a:solidFill>
                  <a:srgbClr val="558ED5"/>
                </a:solidFill>
                <a:latin typeface="Calibri"/>
                <a:ea typeface="Calibri"/>
                <a:cs typeface="Calibri"/>
                <a:sym typeface="Calibri"/>
              </a:rPr>
              <a:t>페이지</a:t>
            </a:r>
            <a:endParaRPr sz="2000">
              <a:solidFill>
                <a:srgbClr val="558ED5"/>
              </a:solidFill>
              <a:latin typeface="Calibri"/>
              <a:ea typeface="Calibri"/>
              <a:cs typeface="Calibri"/>
              <a:sym typeface="Calibri"/>
            </a:endParaRPr>
          </a:p>
          <a:p>
            <a:pPr indent="-355600" lvl="1" marL="914400" marR="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현재까지 탐지된 객체들에 대한 분석 리포트를 나타낸다. </a:t>
            </a:r>
            <a:endParaRPr sz="2000">
              <a:solidFill>
                <a:schemeClr val="dk1"/>
              </a:solidFill>
              <a:latin typeface="Calibri"/>
              <a:ea typeface="Calibri"/>
              <a:cs typeface="Calibri"/>
              <a:sym typeface="Calibri"/>
            </a:endParaRPr>
          </a:p>
          <a:p>
            <a:pPr indent="-355600" lvl="1" marL="914400" marR="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상단에는 현재까지 탐지된 객체들의 개수 및 가장 많이 탐지된 객체의 종류에 대한 정보를 나타낸다. </a:t>
            </a:r>
            <a:endParaRPr sz="2000">
              <a:solidFill>
                <a:schemeClr val="dk1"/>
              </a:solidFill>
              <a:latin typeface="Calibri"/>
              <a:ea typeface="Calibri"/>
              <a:cs typeface="Calibri"/>
              <a:sym typeface="Calibri"/>
            </a:endParaRPr>
          </a:p>
          <a:p>
            <a:pPr indent="-355600" lvl="1" marL="914400" marR="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중앙에는 </a:t>
            </a:r>
            <a:r>
              <a:rPr lang="en-US" sz="2000">
                <a:solidFill>
                  <a:schemeClr val="dk1"/>
                </a:solidFill>
                <a:latin typeface="Calibri"/>
                <a:ea typeface="Calibri"/>
                <a:cs typeface="Calibri"/>
                <a:sym typeface="Calibri"/>
              </a:rPr>
              <a:t>현재까지 탐지된 객체들의 통계 수치를 나타낸다. </a:t>
            </a:r>
            <a:endParaRPr sz="2000">
              <a:solidFill>
                <a:schemeClr val="dk1"/>
              </a:solidFill>
              <a:latin typeface="Calibri"/>
              <a:ea typeface="Calibri"/>
              <a:cs typeface="Calibri"/>
              <a:sym typeface="Calibri"/>
            </a:endParaRPr>
          </a:p>
          <a:p>
            <a:pPr indent="-355600" lvl="2" marL="1371600" marR="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Object Distribution: 현재까지 탐지된 객체의 종류들의 분포를 나타낸다.</a:t>
            </a:r>
            <a:endParaRPr sz="2000">
              <a:solidFill>
                <a:schemeClr val="dk1"/>
              </a:solidFill>
              <a:latin typeface="Calibri"/>
              <a:ea typeface="Calibri"/>
              <a:cs typeface="Calibri"/>
              <a:sym typeface="Calibri"/>
            </a:endParaRPr>
          </a:p>
          <a:p>
            <a:pPr indent="-355600" lvl="2" marL="1371600" marR="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Hourly Activity: 1시간 단위로 탐지되는 객체들의 갯수를 나타낸다. </a:t>
            </a:r>
            <a:endParaRPr sz="2000">
              <a:solidFill>
                <a:schemeClr val="dk1"/>
              </a:solidFill>
              <a:latin typeface="Calibri"/>
              <a:ea typeface="Calibri"/>
              <a:cs typeface="Calibri"/>
              <a:sym typeface="Calibri"/>
            </a:endParaRPr>
          </a:p>
          <a:p>
            <a:pPr indent="-355600" lvl="1" marL="914400" marR="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하단에는 탐지된 인물들에 대해 ResNet 기반 분류를 진행한 후, 동일 인물로 판단되는 인물들을 동일한 그룹에 묶어 나타낸다. </a:t>
            </a:r>
            <a:endParaRPr sz="2000">
              <a:solidFill>
                <a:schemeClr val="dk1"/>
              </a:solidFill>
              <a:latin typeface="Calibri"/>
              <a:ea typeface="Calibri"/>
              <a:cs typeface="Calibri"/>
              <a:sym typeface="Calibri"/>
            </a:endParaRPr>
          </a:p>
        </p:txBody>
      </p:sp>
      <p:pic>
        <p:nvPicPr>
          <p:cNvPr id="236" name="Google Shape;236;g3b10ba378dd_0_66"/>
          <p:cNvPicPr preferRelativeResize="0"/>
          <p:nvPr/>
        </p:nvPicPr>
        <p:blipFill>
          <a:blip r:embed="rId3">
            <a:alphaModFix/>
          </a:blip>
          <a:stretch>
            <a:fillRect/>
          </a:stretch>
        </p:blipFill>
        <p:spPr>
          <a:xfrm>
            <a:off x="8131467" y="2133699"/>
            <a:ext cx="1479082" cy="328899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5"/>
          <p:cNvSpPr txBox="1"/>
          <p:nvPr/>
        </p:nvSpPr>
        <p:spPr>
          <a:xfrm>
            <a:off x="1208504" y="6486875"/>
            <a:ext cx="1705610"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400">
                <a:solidFill>
                  <a:srgbClr val="1F497D"/>
                </a:solidFill>
                <a:latin typeface="Times New Roman"/>
                <a:ea typeface="Times New Roman"/>
                <a:cs typeface="Times New Roman"/>
                <a:sym typeface="Times New Roman"/>
              </a:rPr>
              <a:t>Image Processing Lab</a:t>
            </a:r>
            <a:endParaRPr sz="1400">
              <a:solidFill>
                <a:schemeClr val="dk1"/>
              </a:solidFill>
              <a:latin typeface="Times New Roman"/>
              <a:ea typeface="Times New Roman"/>
              <a:cs typeface="Times New Roman"/>
              <a:sym typeface="Times New Roman"/>
            </a:endParaRPr>
          </a:p>
        </p:txBody>
      </p:sp>
      <p:sp>
        <p:nvSpPr>
          <p:cNvPr id="242" name="Google Shape;242;p15"/>
          <p:cNvSpPr txBox="1"/>
          <p:nvPr>
            <p:ph type="title"/>
          </p:nvPr>
        </p:nvSpPr>
        <p:spPr>
          <a:xfrm>
            <a:off x="574040" y="609888"/>
            <a:ext cx="3845560" cy="321242"/>
          </a:xfrm>
          <a:prstGeom prst="rect">
            <a:avLst/>
          </a:prstGeom>
          <a:noFill/>
          <a:ln>
            <a:noFill/>
          </a:ln>
        </p:spPr>
        <p:txBody>
          <a:bodyPr anchorCtr="0" anchor="t" bIns="0" lIns="0" spcFirstLastPara="1" rIns="0" wrap="square" tIns="13325">
            <a:spAutoFit/>
          </a:bodyPr>
          <a:lstStyle/>
          <a:p>
            <a:pPr indent="0" lvl="0" marL="12700" rtl="0" algn="l">
              <a:spcBef>
                <a:spcPts val="0"/>
              </a:spcBef>
              <a:spcAft>
                <a:spcPts val="0"/>
              </a:spcAft>
              <a:buNone/>
            </a:pPr>
            <a:r>
              <a:rPr lang="en-US" sz="2000"/>
              <a:t>개발과정의 이슈</a:t>
            </a:r>
            <a:r>
              <a:rPr i="1" lang="en-US" sz="2000">
                <a:solidFill>
                  <a:srgbClr val="FF0000"/>
                </a:solidFill>
              </a:rPr>
              <a:t>(선택)</a:t>
            </a:r>
            <a:endParaRPr i="1">
              <a:solidFill>
                <a:srgbClr val="FF0000"/>
              </a:solidFill>
            </a:endParaRPr>
          </a:p>
        </p:txBody>
      </p:sp>
      <p:sp>
        <p:nvSpPr>
          <p:cNvPr id="243" name="Google Shape;243;p15"/>
          <p:cNvSpPr txBox="1"/>
          <p:nvPr/>
        </p:nvSpPr>
        <p:spPr>
          <a:xfrm>
            <a:off x="574040" y="1124817"/>
            <a:ext cx="8080500" cy="4015500"/>
          </a:xfrm>
          <a:prstGeom prst="rect">
            <a:avLst/>
          </a:prstGeom>
          <a:noFill/>
          <a:ln>
            <a:noFill/>
          </a:ln>
        </p:spPr>
        <p:txBody>
          <a:bodyPr anchorCtr="0" anchor="t" bIns="0" lIns="0" spcFirstLastPara="1" rIns="0" wrap="square" tIns="13325">
            <a:spAutoFit/>
          </a:bodyPr>
          <a:lstStyle/>
          <a:p>
            <a:pPr indent="-287019" lvl="0" marL="299085" marR="0" rtl="0" algn="l">
              <a:lnSpc>
                <a:spcPct val="100000"/>
              </a:lnSpc>
              <a:spcBef>
                <a:spcPts val="0"/>
              </a:spcBef>
              <a:spcAft>
                <a:spcPts val="0"/>
              </a:spcAft>
              <a:buClr>
                <a:srgbClr val="558ED5"/>
              </a:buClr>
              <a:buSzPts val="2000"/>
              <a:buFont typeface="Noto Sans Symbols"/>
              <a:buChar char="❖"/>
            </a:pPr>
            <a:r>
              <a:rPr lang="en-US" sz="2000">
                <a:solidFill>
                  <a:srgbClr val="558ED5"/>
                </a:solidFill>
                <a:latin typeface="Calibri"/>
                <a:ea typeface="Calibri"/>
                <a:cs typeface="Calibri"/>
                <a:sym typeface="Calibri"/>
              </a:rPr>
              <a:t>대량의 이미지 로드 </a:t>
            </a:r>
            <a:endParaRPr sz="2000">
              <a:solidFill>
                <a:srgbClr val="558ED5"/>
              </a:solidFill>
              <a:latin typeface="Calibri"/>
              <a:ea typeface="Calibri"/>
              <a:cs typeface="Calibri"/>
              <a:sym typeface="Calibri"/>
            </a:endParaRPr>
          </a:p>
          <a:p>
            <a:pPr indent="-355600" lvl="1" marL="914400" marR="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많은 양의 이미지를 서버로부터 로드하는 과정에서 CRC Error, Unexpected End of Stream 와 같은 문제가 발생했다. 이로 인해 요청한 이미지들이 일부 깨지거나 서버로부터의 연결이 끊어지는 문제가 발생했다. 이를 해결하기 위해 서버로부터 이미지를 받아오는 로직을 수정하고, 네트워크 연결 부분을 보강하여 해결하였다. </a:t>
            </a:r>
            <a:endParaRPr sz="2000">
              <a:solidFill>
                <a:schemeClr val="dk1"/>
              </a:solidFill>
              <a:latin typeface="Calibri"/>
              <a:ea typeface="Calibri"/>
              <a:cs typeface="Calibri"/>
              <a:sym typeface="Calibri"/>
            </a:endParaRPr>
          </a:p>
          <a:p>
            <a:pPr indent="-355600" lvl="0" marL="457200" marR="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동일 인물 분류 모듈 구현</a:t>
            </a:r>
            <a:endParaRPr sz="2000">
              <a:solidFill>
                <a:schemeClr val="dk1"/>
              </a:solidFill>
              <a:latin typeface="Calibri"/>
              <a:ea typeface="Calibri"/>
              <a:cs typeface="Calibri"/>
              <a:sym typeface="Calibri"/>
            </a:endParaRPr>
          </a:p>
          <a:p>
            <a:pPr indent="-355600" lvl="1" marL="914400" marR="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yolov5에서 탐지된 객체가 포함된 이미지를 그대로 사용할 수 없기 때문에, 이를 bounding box를 사용하여 이미지를 분할하고, 이를 ResNet에 입력한다. 또한, ResNet의 출력값을 그대로 사용하는 것이 아닌 이를 다른 객체의 출력값과 비교하는 과정이 필요했고, 이를 Cosine Similarity 를 계산하는 방식으로 구현하였다. 위와 같은 파이프라인을 통합 및 구현하는데 많은 시간이 소요되었다. </a:t>
            </a:r>
            <a:endParaRPr sz="20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6"/>
          <p:cNvSpPr txBox="1"/>
          <p:nvPr/>
        </p:nvSpPr>
        <p:spPr>
          <a:xfrm>
            <a:off x="1208504" y="6486875"/>
            <a:ext cx="1705610"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400">
                <a:solidFill>
                  <a:srgbClr val="1F497D"/>
                </a:solidFill>
                <a:latin typeface="Times New Roman"/>
                <a:ea typeface="Times New Roman"/>
                <a:cs typeface="Times New Roman"/>
                <a:sym typeface="Times New Roman"/>
              </a:rPr>
              <a:t>Image Processing Lab</a:t>
            </a:r>
            <a:endParaRPr sz="1400">
              <a:solidFill>
                <a:schemeClr val="dk1"/>
              </a:solidFill>
              <a:latin typeface="Times New Roman"/>
              <a:ea typeface="Times New Roman"/>
              <a:cs typeface="Times New Roman"/>
              <a:sym typeface="Times New Roman"/>
            </a:endParaRPr>
          </a:p>
        </p:txBody>
      </p:sp>
      <p:sp>
        <p:nvSpPr>
          <p:cNvPr id="249" name="Google Shape;249;p16"/>
          <p:cNvSpPr txBox="1"/>
          <p:nvPr>
            <p:ph type="title"/>
          </p:nvPr>
        </p:nvSpPr>
        <p:spPr>
          <a:xfrm>
            <a:off x="574040" y="609888"/>
            <a:ext cx="6664960" cy="321242"/>
          </a:xfrm>
          <a:prstGeom prst="rect">
            <a:avLst/>
          </a:prstGeom>
          <a:noFill/>
          <a:ln>
            <a:noFill/>
          </a:ln>
        </p:spPr>
        <p:txBody>
          <a:bodyPr anchorCtr="0" anchor="t" bIns="0" lIns="0" spcFirstLastPara="1" rIns="0" wrap="square" tIns="13325">
            <a:spAutoFit/>
          </a:bodyPr>
          <a:lstStyle/>
          <a:p>
            <a:pPr indent="0" lvl="0" marL="12700" rtl="0" algn="l">
              <a:spcBef>
                <a:spcPts val="0"/>
              </a:spcBef>
              <a:spcAft>
                <a:spcPts val="0"/>
              </a:spcAft>
              <a:buNone/>
            </a:pPr>
            <a:r>
              <a:rPr lang="en-US" sz="2000"/>
              <a:t>데모</a:t>
            </a:r>
            <a:r>
              <a:rPr i="1" lang="en-US" sz="2000">
                <a:solidFill>
                  <a:srgbClr val="FF0000"/>
                </a:solidFill>
              </a:rPr>
              <a:t>(구동 동영상, mp4 동영상 파일을 추가 함)</a:t>
            </a:r>
            <a:endParaRPr i="1">
              <a:solidFill>
                <a:srgbClr val="FF0000"/>
              </a:solidFill>
            </a:endParaRPr>
          </a:p>
        </p:txBody>
      </p:sp>
      <p:sp>
        <p:nvSpPr>
          <p:cNvPr id="250" name="Google Shape;250;p16"/>
          <p:cNvSpPr txBox="1"/>
          <p:nvPr/>
        </p:nvSpPr>
        <p:spPr>
          <a:xfrm>
            <a:off x="574040" y="1124817"/>
            <a:ext cx="8080500" cy="1860600"/>
          </a:xfrm>
          <a:prstGeom prst="rect">
            <a:avLst/>
          </a:prstGeom>
          <a:noFill/>
          <a:ln>
            <a:noFill/>
          </a:ln>
        </p:spPr>
        <p:txBody>
          <a:bodyPr anchorCtr="0" anchor="t" bIns="0" lIns="0" spcFirstLastPara="1" rIns="0" wrap="square" tIns="13325">
            <a:spAutoFit/>
          </a:bodyPr>
          <a:lstStyle/>
          <a:p>
            <a:pPr indent="-287019" lvl="0" marL="299085" marR="0" rtl="0" algn="l">
              <a:lnSpc>
                <a:spcPct val="100000"/>
              </a:lnSpc>
              <a:spcBef>
                <a:spcPts val="0"/>
              </a:spcBef>
              <a:spcAft>
                <a:spcPts val="0"/>
              </a:spcAft>
              <a:buClr>
                <a:srgbClr val="558ED5"/>
              </a:buClr>
              <a:buSzPts val="2000"/>
              <a:buFont typeface="Noto Sans Symbols"/>
              <a:buChar char="❖"/>
            </a:pPr>
            <a:r>
              <a:rPr lang="en-US" sz="2000">
                <a:solidFill>
                  <a:srgbClr val="558ED5"/>
                </a:solidFill>
                <a:latin typeface="Calibri"/>
                <a:ea typeface="Calibri"/>
                <a:cs typeface="Calibri"/>
                <a:sym typeface="Calibri"/>
              </a:rPr>
              <a:t>데모 동영상</a:t>
            </a:r>
            <a:endParaRPr sz="2000">
              <a:solidFill>
                <a:srgbClr val="558ED5"/>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000">
                <a:solidFill>
                  <a:schemeClr val="dk1"/>
                </a:solidFill>
                <a:latin typeface="Calibri"/>
                <a:ea typeface="Calibri"/>
                <a:cs typeface="Calibri"/>
                <a:sym typeface="Calibri"/>
              </a:rPr>
              <a:t>Demo.mp4</a:t>
            </a:r>
            <a:endParaRPr sz="2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000">
                <a:solidFill>
                  <a:schemeClr val="dk1"/>
                </a:solidFill>
                <a:latin typeface="Calibri"/>
                <a:ea typeface="Calibri"/>
                <a:cs typeface="Calibri"/>
                <a:sym typeface="Calibri"/>
              </a:rPr>
              <a:t>(Note: 현재 웹캠이 없어서 샘플 영상을 사용하여 구동하였음; 실제 코드는 웹캠 버전도 지원하도록 구현하였음)</a:t>
            </a:r>
            <a:endParaRPr sz="2000">
              <a:solidFill>
                <a:schemeClr val="dk1"/>
              </a:solidFill>
              <a:latin typeface="Calibri"/>
              <a:ea typeface="Calibri"/>
              <a:cs typeface="Calibri"/>
              <a:sym typeface="Calibri"/>
            </a:endParaRPr>
          </a:p>
        </p:txBody>
      </p:sp>
      <p:pic>
        <p:nvPicPr>
          <p:cNvPr id="251" name="Google Shape;251;p16" title="Demo.mp4">
            <a:hlinkClick r:id="rId3"/>
          </p:cNvPr>
          <p:cNvPicPr preferRelativeResize="0"/>
          <p:nvPr/>
        </p:nvPicPr>
        <p:blipFill>
          <a:blip r:embed="rId4">
            <a:alphaModFix/>
          </a:blip>
          <a:stretch>
            <a:fillRect/>
          </a:stretch>
        </p:blipFill>
        <p:spPr>
          <a:xfrm>
            <a:off x="2475675" y="3106375"/>
            <a:ext cx="5708773" cy="3075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7"/>
          <p:cNvSpPr txBox="1"/>
          <p:nvPr/>
        </p:nvSpPr>
        <p:spPr>
          <a:xfrm>
            <a:off x="1208504" y="6486875"/>
            <a:ext cx="1705610"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400">
                <a:solidFill>
                  <a:srgbClr val="1F497D"/>
                </a:solidFill>
                <a:latin typeface="Times New Roman"/>
                <a:ea typeface="Times New Roman"/>
                <a:cs typeface="Times New Roman"/>
                <a:sym typeface="Times New Roman"/>
              </a:rPr>
              <a:t>Image Processing Lab</a:t>
            </a:r>
            <a:endParaRPr sz="1400">
              <a:solidFill>
                <a:schemeClr val="dk1"/>
              </a:solidFill>
              <a:latin typeface="Times New Roman"/>
              <a:ea typeface="Times New Roman"/>
              <a:cs typeface="Times New Roman"/>
              <a:sym typeface="Times New Roman"/>
            </a:endParaRPr>
          </a:p>
        </p:txBody>
      </p:sp>
      <p:sp>
        <p:nvSpPr>
          <p:cNvPr id="257" name="Google Shape;257;p17"/>
          <p:cNvSpPr txBox="1"/>
          <p:nvPr>
            <p:ph type="title"/>
          </p:nvPr>
        </p:nvSpPr>
        <p:spPr>
          <a:xfrm>
            <a:off x="574040" y="609888"/>
            <a:ext cx="2550160" cy="321242"/>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latin typeface="Times New Roman"/>
                <a:ea typeface="Times New Roman"/>
                <a:cs typeface="Times New Roman"/>
                <a:sym typeface="Times New Roman"/>
              </a:rPr>
              <a:t>기대효과 및 결론</a:t>
            </a:r>
            <a:endParaRPr/>
          </a:p>
        </p:txBody>
      </p:sp>
      <p:sp>
        <p:nvSpPr>
          <p:cNvPr id="258" name="Google Shape;258;p17"/>
          <p:cNvSpPr txBox="1"/>
          <p:nvPr/>
        </p:nvSpPr>
        <p:spPr>
          <a:xfrm>
            <a:off x="574040" y="1124817"/>
            <a:ext cx="8080500" cy="5370000"/>
          </a:xfrm>
          <a:prstGeom prst="rect">
            <a:avLst/>
          </a:prstGeom>
          <a:noFill/>
          <a:ln>
            <a:noFill/>
          </a:ln>
        </p:spPr>
        <p:txBody>
          <a:bodyPr anchorCtr="0" anchor="t" bIns="0" lIns="0" spcFirstLastPara="1" rIns="0" wrap="square" tIns="13325">
            <a:spAutoFit/>
          </a:bodyPr>
          <a:lstStyle/>
          <a:p>
            <a:pPr indent="-323850" lvl="0" marL="457200" rtl="0" algn="l">
              <a:spcBef>
                <a:spcPts val="0"/>
              </a:spcBef>
              <a:spcAft>
                <a:spcPts val="0"/>
              </a:spcAft>
              <a:buClr>
                <a:srgbClr val="558ED5"/>
              </a:buClr>
              <a:buSzPts val="1500"/>
              <a:buFont typeface="Noto Sans Symbols"/>
              <a:buChar char="❖"/>
            </a:pPr>
            <a:r>
              <a:rPr lang="en-US" sz="1500">
                <a:solidFill>
                  <a:srgbClr val="558ED5"/>
                </a:solidFill>
                <a:latin typeface="Calibri"/>
                <a:ea typeface="Calibri"/>
                <a:cs typeface="Calibri"/>
                <a:sym typeface="Calibri"/>
              </a:rPr>
              <a:t>네트워크 및 리소스 최적화</a:t>
            </a:r>
            <a:endParaRPr sz="1500">
              <a:solidFill>
                <a:schemeClr val="dk1"/>
              </a:solidFill>
              <a:latin typeface="Calibri"/>
              <a:ea typeface="Calibri"/>
              <a:cs typeface="Calibri"/>
              <a:sym typeface="Calibri"/>
            </a:endParaRPr>
          </a:p>
          <a:p>
            <a:pPr indent="-323850" lvl="1" marL="9144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Change Detection 기술을 통해 불필요한 영상 전송을 막고, 유의미한 이벤트(침입) 발생 시에만 트래픽을 발생시켜 유지 비용을 절감한다.</a:t>
            </a:r>
            <a:endParaRPr sz="1500">
              <a:solidFill>
                <a:schemeClr val="dk1"/>
              </a:solidFill>
              <a:latin typeface="Calibri"/>
              <a:ea typeface="Calibri"/>
              <a:cs typeface="Calibri"/>
              <a:sym typeface="Calibri"/>
            </a:endParaRPr>
          </a:p>
          <a:p>
            <a:pPr indent="-323850" lvl="1" marL="9144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Piggy-back 전송 방식을 사용하여 급히 필요하지 않은 정보 (e.g. White-list에 등록된 객체들에 대한 정보) 들에 대한 서버 접속 횟수 및 네트워크 트래픽을 줄일 수 있다. </a:t>
            </a:r>
            <a:endParaRPr sz="1500">
              <a:solidFill>
                <a:schemeClr val="dk1"/>
              </a:solidFill>
              <a:latin typeface="Calibri"/>
              <a:ea typeface="Calibri"/>
              <a:cs typeface="Calibri"/>
              <a:sym typeface="Calibri"/>
            </a:endParaRPr>
          </a:p>
          <a:p>
            <a:pPr indent="-323850" lvl="0" marL="4572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보안성 확보</a:t>
            </a:r>
            <a:endParaRPr sz="1500">
              <a:solidFill>
                <a:schemeClr val="dk1"/>
              </a:solidFill>
              <a:latin typeface="Calibri"/>
              <a:ea typeface="Calibri"/>
              <a:cs typeface="Calibri"/>
              <a:sym typeface="Calibri"/>
            </a:endParaRPr>
          </a:p>
          <a:p>
            <a:pPr indent="-323850" lvl="1" marL="9144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 Token 인증 방식을 도입하여, IP 카메라 해킹 등 외부의 무단 접속 시도에도 데이터를 안전하게 보호할 수 있다.</a:t>
            </a:r>
            <a:endParaRPr sz="1500">
              <a:solidFill>
                <a:schemeClr val="dk1"/>
              </a:solidFill>
              <a:latin typeface="Calibri"/>
              <a:ea typeface="Calibri"/>
              <a:cs typeface="Calibri"/>
              <a:sym typeface="Calibri"/>
            </a:endParaRPr>
          </a:p>
          <a:p>
            <a:pPr indent="-323850" lvl="0" marL="4572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확장 용이성</a:t>
            </a:r>
            <a:endParaRPr sz="1500">
              <a:solidFill>
                <a:schemeClr val="dk1"/>
              </a:solidFill>
              <a:latin typeface="Calibri"/>
              <a:ea typeface="Calibri"/>
              <a:cs typeface="Calibri"/>
              <a:sym typeface="Calibri"/>
            </a:endParaRPr>
          </a:p>
          <a:p>
            <a:pPr indent="-323850" lvl="1" marL="9144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RESTful API 표준을 준수하므로, 추후 안드로이드 외에 iOS나 웹 대시보드 등 다양한 클라이언트를 추가 개발하더라도 서버 수정 없이 확장이 가능하다.</a:t>
            </a:r>
            <a:endParaRPr sz="1500">
              <a:solidFill>
                <a:schemeClr val="dk1"/>
              </a:solidFill>
              <a:latin typeface="Calibri"/>
              <a:ea typeface="Calibri"/>
              <a:cs typeface="Calibri"/>
              <a:sym typeface="Calibri"/>
            </a:endParaRPr>
          </a:p>
          <a:p>
            <a:pPr indent="-323850" lvl="0" marL="4572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결론</a:t>
            </a:r>
            <a:endParaRPr sz="1500">
              <a:solidFill>
                <a:schemeClr val="dk1"/>
              </a:solidFill>
              <a:latin typeface="Calibri"/>
              <a:ea typeface="Calibri"/>
              <a:cs typeface="Calibri"/>
              <a:sym typeface="Calibri"/>
            </a:endParaRPr>
          </a:p>
          <a:p>
            <a:pPr indent="-323850" lvl="1" marL="9144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머신러닝 (yolov5 + ResNet)을 활용한 AI 기반 지능형 침입 탐지 기능을 웹과 Android 앱을 통해 제공함으로써 효과적으로 침입자를 탐지할 수 있다. </a:t>
            </a:r>
            <a:endParaRPr sz="1500">
              <a:solidFill>
                <a:schemeClr val="dk1"/>
              </a:solidFill>
              <a:latin typeface="Calibri"/>
              <a:ea typeface="Calibri"/>
              <a:cs typeface="Calibri"/>
              <a:sym typeface="Calibri"/>
            </a:endParaRPr>
          </a:p>
          <a:p>
            <a:pPr indent="-323850" lvl="1" marL="914400" rtl="0" algn="l">
              <a:spcBef>
                <a:spcPts val="144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여러 최적화 (Piggy-back 전송, 효율적으로 구현된 이미지 처리 파이프라인)을 통해 Edge System 및 메인 서버를 효율적으로 사용하여 서비스를 성공적으로 구현하였다. </a:t>
            </a:r>
            <a:endParaRPr sz="15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8"/>
          <p:cNvSpPr txBox="1"/>
          <p:nvPr/>
        </p:nvSpPr>
        <p:spPr>
          <a:xfrm>
            <a:off x="1208504" y="6486875"/>
            <a:ext cx="1705610"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400">
                <a:solidFill>
                  <a:srgbClr val="1F497D"/>
                </a:solidFill>
                <a:latin typeface="Times New Roman"/>
                <a:ea typeface="Times New Roman"/>
                <a:cs typeface="Times New Roman"/>
                <a:sym typeface="Times New Roman"/>
              </a:rPr>
              <a:t>Image Processing Lab</a:t>
            </a:r>
            <a:endParaRPr sz="1400">
              <a:solidFill>
                <a:schemeClr val="dk1"/>
              </a:solidFill>
              <a:latin typeface="Times New Roman"/>
              <a:ea typeface="Times New Roman"/>
              <a:cs typeface="Times New Roman"/>
              <a:sym typeface="Times New Roman"/>
            </a:endParaRPr>
          </a:p>
        </p:txBody>
      </p:sp>
      <p:sp>
        <p:nvSpPr>
          <p:cNvPr id="264" name="Google Shape;264;p18"/>
          <p:cNvSpPr txBox="1"/>
          <p:nvPr>
            <p:ph type="title"/>
          </p:nvPr>
        </p:nvSpPr>
        <p:spPr>
          <a:xfrm>
            <a:off x="574040" y="609888"/>
            <a:ext cx="2626360" cy="321242"/>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latin typeface="Times New Roman"/>
                <a:ea typeface="Times New Roman"/>
                <a:cs typeface="Times New Roman"/>
                <a:sym typeface="Times New Roman"/>
              </a:rPr>
              <a:t>결과물의 목록</a:t>
            </a:r>
            <a:endParaRPr/>
          </a:p>
        </p:txBody>
      </p:sp>
      <p:sp>
        <p:nvSpPr>
          <p:cNvPr id="265" name="Google Shape;265;p18"/>
          <p:cNvSpPr txBox="1"/>
          <p:nvPr/>
        </p:nvSpPr>
        <p:spPr>
          <a:xfrm>
            <a:off x="574040" y="1124817"/>
            <a:ext cx="8080500" cy="1412100"/>
          </a:xfrm>
          <a:prstGeom prst="rect">
            <a:avLst/>
          </a:prstGeom>
          <a:noFill/>
          <a:ln>
            <a:noFill/>
          </a:ln>
        </p:spPr>
        <p:txBody>
          <a:bodyPr anchorCtr="0" anchor="t" bIns="0" lIns="0" spcFirstLastPara="1" rIns="0" wrap="square" tIns="13325">
            <a:spAutoFit/>
          </a:bodyPr>
          <a:lstStyle/>
          <a:p>
            <a:pPr indent="-287019" lvl="0" marL="299085" marR="0" rtl="0" algn="l">
              <a:lnSpc>
                <a:spcPct val="100000"/>
              </a:lnSpc>
              <a:spcBef>
                <a:spcPts val="0"/>
              </a:spcBef>
              <a:spcAft>
                <a:spcPts val="0"/>
              </a:spcAft>
              <a:buClr>
                <a:srgbClr val="558ED5"/>
              </a:buClr>
              <a:buSzPts val="2000"/>
              <a:buFont typeface="Noto Sans Symbols"/>
              <a:buChar char="❖"/>
            </a:pPr>
            <a:r>
              <a:rPr lang="en-US" sz="2000">
                <a:solidFill>
                  <a:srgbClr val="558ED5"/>
                </a:solidFill>
                <a:latin typeface="Calibri"/>
                <a:ea typeface="Calibri"/>
                <a:cs typeface="Calibri"/>
                <a:sym typeface="Calibri"/>
              </a:rPr>
              <a:t>서비스 URL :  </a:t>
            </a:r>
            <a:r>
              <a:rPr i="1" lang="en-US" sz="2000" u="sng">
                <a:solidFill>
                  <a:schemeClr val="hlink"/>
                </a:solidFill>
                <a:latin typeface="Calibri"/>
                <a:ea typeface="Calibri"/>
                <a:cs typeface="Calibri"/>
                <a:sym typeface="Calibri"/>
                <a:hlinkClick r:id="rId3"/>
              </a:rPr>
              <a:t>https://laurelwoods0102.pythonanywhere.com/login</a:t>
            </a:r>
            <a:br>
              <a:rPr i="1" lang="en-US" sz="2000">
                <a:solidFill>
                  <a:srgbClr val="FF0000"/>
                </a:solidFill>
                <a:latin typeface="Calibri"/>
                <a:ea typeface="Calibri"/>
                <a:cs typeface="Calibri"/>
                <a:sym typeface="Calibri"/>
              </a:rPr>
            </a:br>
            <a:r>
              <a:rPr i="1" lang="en-US" sz="2000">
                <a:solidFill>
                  <a:srgbClr val="FF0000"/>
                </a:solidFill>
                <a:latin typeface="Calibri"/>
                <a:ea typeface="Calibri"/>
                <a:cs typeface="Calibri"/>
                <a:sym typeface="Calibri"/>
              </a:rPr>
              <a:t>(User ID: user1 / User PW: qwert12345)</a:t>
            </a:r>
            <a:endParaRPr i="1" sz="2000">
              <a:solidFill>
                <a:srgbClr val="FF0000"/>
              </a:solidFill>
              <a:latin typeface="Calibri"/>
              <a:ea typeface="Calibri"/>
              <a:cs typeface="Calibri"/>
              <a:sym typeface="Calibri"/>
            </a:endParaRPr>
          </a:p>
          <a:p>
            <a:pPr indent="-287019" lvl="0" marL="299085" marR="0" rtl="0" algn="l">
              <a:lnSpc>
                <a:spcPct val="100000"/>
              </a:lnSpc>
              <a:spcBef>
                <a:spcPts val="105"/>
              </a:spcBef>
              <a:spcAft>
                <a:spcPts val="0"/>
              </a:spcAft>
              <a:buClr>
                <a:srgbClr val="558ED5"/>
              </a:buClr>
              <a:buSzPts val="2000"/>
              <a:buFont typeface="Noto Sans Symbols"/>
              <a:buChar char="❖"/>
            </a:pPr>
            <a:r>
              <a:rPr lang="en-US" sz="2000">
                <a:solidFill>
                  <a:srgbClr val="558ED5"/>
                </a:solidFill>
                <a:latin typeface="Calibri"/>
                <a:ea typeface="Calibri"/>
                <a:cs typeface="Calibri"/>
                <a:sym typeface="Calibri"/>
              </a:rPr>
              <a:t>소스코드 git 주소 : </a:t>
            </a:r>
            <a:r>
              <a:rPr i="1" lang="en-US" sz="2000">
                <a:solidFill>
                  <a:srgbClr val="FF0000"/>
                </a:solidFill>
                <a:latin typeface="Calibri"/>
                <a:ea typeface="Calibri"/>
                <a:cs typeface="Calibri"/>
                <a:sym typeface="Calibri"/>
              </a:rPr>
              <a:t>http://xxx.xxx.xxx</a:t>
            </a:r>
            <a:endParaRPr sz="2000">
              <a:solidFill>
                <a:schemeClr val="dk1"/>
              </a:solidFill>
              <a:latin typeface="Calibri"/>
              <a:ea typeface="Calibri"/>
              <a:cs typeface="Calibri"/>
              <a:sym typeface="Calibri"/>
            </a:endParaRPr>
          </a:p>
          <a:p>
            <a:pPr indent="-287655" lvl="1" marL="690880" marR="0" rtl="0" algn="l">
              <a:lnSpc>
                <a:spcPct val="100000"/>
              </a:lnSpc>
              <a:spcBef>
                <a:spcPts val="1440"/>
              </a:spcBef>
              <a:spcAft>
                <a:spcPts val="0"/>
              </a:spcAft>
              <a:buClr>
                <a:srgbClr val="FF0000"/>
              </a:buClr>
              <a:buSzPts val="1800"/>
              <a:buFont typeface="Calibri"/>
              <a:buChar char="-"/>
            </a:pPr>
            <a:r>
              <a:rPr b="0" i="1" lang="en-US" sz="1800" u="none" cap="none" strike="noStrike">
                <a:solidFill>
                  <a:srgbClr val="FF0000"/>
                </a:solidFill>
                <a:latin typeface="Calibri"/>
                <a:ea typeface="Calibri"/>
                <a:cs typeface="Calibri"/>
                <a:sym typeface="Calibri"/>
              </a:rPr>
              <a:t>폴더 형식 </a:t>
            </a:r>
            <a:endParaRPr b="0" i="1" sz="1800" u="none" cap="none" strike="noStrike">
              <a:solidFill>
                <a:srgbClr val="FF0000"/>
              </a:solidFill>
              <a:latin typeface="Calibri"/>
              <a:ea typeface="Calibri"/>
              <a:cs typeface="Calibri"/>
              <a:sym typeface="Calibri"/>
            </a:endParaRPr>
          </a:p>
        </p:txBody>
      </p:sp>
      <p:grpSp>
        <p:nvGrpSpPr>
          <p:cNvPr id="266" name="Google Shape;266;p18"/>
          <p:cNvGrpSpPr/>
          <p:nvPr/>
        </p:nvGrpSpPr>
        <p:grpSpPr>
          <a:xfrm>
            <a:off x="1889875" y="2938953"/>
            <a:ext cx="7315200" cy="1704422"/>
            <a:chOff x="2057400" y="2133600"/>
            <a:chExt cx="7315200" cy="1704422"/>
          </a:xfrm>
        </p:grpSpPr>
        <p:sp>
          <p:nvSpPr>
            <p:cNvPr id="267" name="Google Shape;267;p18"/>
            <p:cNvSpPr/>
            <p:nvPr/>
          </p:nvSpPr>
          <p:spPr>
            <a:xfrm>
              <a:off x="2057400" y="2133600"/>
              <a:ext cx="1981200" cy="433993"/>
            </a:xfrm>
            <a:prstGeom prst="rect">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Root</a:t>
              </a:r>
              <a:endParaRPr sz="1800">
                <a:solidFill>
                  <a:schemeClr val="lt1"/>
                </a:solidFill>
                <a:latin typeface="Calibri"/>
                <a:ea typeface="Calibri"/>
                <a:cs typeface="Calibri"/>
                <a:sym typeface="Calibri"/>
              </a:endParaRPr>
            </a:p>
          </p:txBody>
        </p:sp>
        <p:sp>
          <p:nvSpPr>
            <p:cNvPr id="268" name="Google Shape;268;p18"/>
            <p:cNvSpPr/>
            <p:nvPr/>
          </p:nvSpPr>
          <p:spPr>
            <a:xfrm>
              <a:off x="4614227" y="2141483"/>
              <a:ext cx="1981200" cy="433993"/>
            </a:xfrm>
            <a:prstGeom prst="rect">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EdgeServer</a:t>
              </a:r>
              <a:endParaRPr sz="1800">
                <a:solidFill>
                  <a:schemeClr val="lt1"/>
                </a:solidFill>
                <a:latin typeface="Calibri"/>
                <a:ea typeface="Calibri"/>
                <a:cs typeface="Calibri"/>
                <a:sym typeface="Calibri"/>
              </a:endParaRPr>
            </a:p>
          </p:txBody>
        </p:sp>
        <p:sp>
          <p:nvSpPr>
            <p:cNvPr id="269" name="Google Shape;269;p18"/>
            <p:cNvSpPr/>
            <p:nvPr/>
          </p:nvSpPr>
          <p:spPr>
            <a:xfrm>
              <a:off x="4614227" y="2772756"/>
              <a:ext cx="1981200" cy="433993"/>
            </a:xfrm>
            <a:prstGeom prst="rect">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MainServer</a:t>
              </a:r>
              <a:endParaRPr sz="1800">
                <a:solidFill>
                  <a:schemeClr val="lt1"/>
                </a:solidFill>
                <a:latin typeface="Calibri"/>
                <a:ea typeface="Calibri"/>
                <a:cs typeface="Calibri"/>
                <a:sym typeface="Calibri"/>
              </a:endParaRPr>
            </a:p>
          </p:txBody>
        </p:sp>
        <p:sp>
          <p:nvSpPr>
            <p:cNvPr id="270" name="Google Shape;270;p18"/>
            <p:cNvSpPr/>
            <p:nvPr/>
          </p:nvSpPr>
          <p:spPr>
            <a:xfrm>
              <a:off x="4614227" y="3404029"/>
              <a:ext cx="1981200" cy="433993"/>
            </a:xfrm>
            <a:prstGeom prst="rect">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Client</a:t>
              </a:r>
              <a:endParaRPr sz="1800">
                <a:solidFill>
                  <a:schemeClr val="lt1"/>
                </a:solidFill>
                <a:latin typeface="Calibri"/>
                <a:ea typeface="Calibri"/>
                <a:cs typeface="Calibri"/>
                <a:sym typeface="Calibri"/>
              </a:endParaRPr>
            </a:p>
          </p:txBody>
        </p:sp>
        <p:cxnSp>
          <p:nvCxnSpPr>
            <p:cNvPr id="271" name="Google Shape;271;p18"/>
            <p:cNvCxnSpPr>
              <a:stCxn id="267" idx="3"/>
              <a:endCxn id="268" idx="1"/>
            </p:cNvCxnSpPr>
            <p:nvPr/>
          </p:nvCxnSpPr>
          <p:spPr>
            <a:xfrm>
              <a:off x="4038600" y="2350597"/>
              <a:ext cx="575700" cy="7800"/>
            </a:xfrm>
            <a:prstGeom prst="straightConnector1">
              <a:avLst/>
            </a:prstGeom>
            <a:noFill/>
            <a:ln cap="flat" cmpd="sng" w="9525">
              <a:solidFill>
                <a:srgbClr val="4A7DBA"/>
              </a:solidFill>
              <a:prstDash val="solid"/>
              <a:round/>
              <a:headEnd len="sm" w="sm" type="none"/>
              <a:tailEnd len="sm" w="sm" type="none"/>
            </a:ln>
          </p:spPr>
        </p:cxnSp>
        <p:cxnSp>
          <p:nvCxnSpPr>
            <p:cNvPr id="272" name="Google Shape;272;p18"/>
            <p:cNvCxnSpPr>
              <a:stCxn id="267" idx="3"/>
              <a:endCxn id="269" idx="1"/>
            </p:cNvCxnSpPr>
            <p:nvPr/>
          </p:nvCxnSpPr>
          <p:spPr>
            <a:xfrm>
              <a:off x="4038600" y="2350597"/>
              <a:ext cx="575700" cy="639300"/>
            </a:xfrm>
            <a:prstGeom prst="bentConnector3">
              <a:avLst>
                <a:gd fmla="val 50000" name="adj1"/>
              </a:avLst>
            </a:prstGeom>
            <a:noFill/>
            <a:ln cap="flat" cmpd="sng" w="9525">
              <a:solidFill>
                <a:srgbClr val="4A7DBA"/>
              </a:solidFill>
              <a:prstDash val="solid"/>
              <a:round/>
              <a:headEnd len="sm" w="sm" type="none"/>
              <a:tailEnd len="sm" w="sm" type="none"/>
            </a:ln>
          </p:spPr>
        </p:cxnSp>
        <p:cxnSp>
          <p:nvCxnSpPr>
            <p:cNvPr id="273" name="Google Shape;273;p18"/>
            <p:cNvCxnSpPr>
              <a:stCxn id="267" idx="3"/>
              <a:endCxn id="270" idx="1"/>
            </p:cNvCxnSpPr>
            <p:nvPr/>
          </p:nvCxnSpPr>
          <p:spPr>
            <a:xfrm>
              <a:off x="4038600" y="2350597"/>
              <a:ext cx="575700" cy="1270500"/>
            </a:xfrm>
            <a:prstGeom prst="bentConnector3">
              <a:avLst>
                <a:gd fmla="val 76475" name="adj1"/>
              </a:avLst>
            </a:prstGeom>
            <a:noFill/>
            <a:ln cap="flat" cmpd="sng" w="9525">
              <a:solidFill>
                <a:srgbClr val="4A7DBA"/>
              </a:solidFill>
              <a:prstDash val="solid"/>
              <a:round/>
              <a:headEnd len="sm" w="sm" type="none"/>
              <a:tailEnd len="sm" w="sm" type="none"/>
            </a:ln>
          </p:spPr>
        </p:cxnSp>
        <p:sp>
          <p:nvSpPr>
            <p:cNvPr id="274" name="Google Shape;274;p18"/>
            <p:cNvSpPr/>
            <p:nvPr/>
          </p:nvSpPr>
          <p:spPr>
            <a:xfrm>
              <a:off x="7086600" y="2141484"/>
              <a:ext cx="2286000" cy="426110"/>
            </a:xfrm>
            <a:prstGeom prst="leftArrow">
              <a:avLst>
                <a:gd fmla="val 74666" name="adj1"/>
                <a:gd fmla="val 50000" name="adj2"/>
              </a:avLst>
            </a:prstGeom>
            <a:solidFill>
              <a:schemeClr val="accent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YOLO</a:t>
              </a:r>
              <a:endParaRPr sz="1800">
                <a:solidFill>
                  <a:schemeClr val="lt1"/>
                </a:solidFill>
                <a:latin typeface="Calibri"/>
                <a:ea typeface="Calibri"/>
                <a:cs typeface="Calibri"/>
                <a:sym typeface="Calibri"/>
              </a:endParaRPr>
            </a:p>
          </p:txBody>
        </p:sp>
        <p:sp>
          <p:nvSpPr>
            <p:cNvPr id="275" name="Google Shape;275;p18"/>
            <p:cNvSpPr/>
            <p:nvPr/>
          </p:nvSpPr>
          <p:spPr>
            <a:xfrm>
              <a:off x="7086600" y="2780639"/>
              <a:ext cx="2286000" cy="426110"/>
            </a:xfrm>
            <a:prstGeom prst="leftArrow">
              <a:avLst>
                <a:gd fmla="val 74666" name="adj1"/>
                <a:gd fmla="val 50000" name="adj2"/>
              </a:avLst>
            </a:prstGeom>
            <a:solidFill>
              <a:schemeClr val="accent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Django</a:t>
              </a:r>
              <a:endParaRPr sz="1800">
                <a:solidFill>
                  <a:schemeClr val="lt1"/>
                </a:solidFill>
                <a:latin typeface="Calibri"/>
                <a:ea typeface="Calibri"/>
                <a:cs typeface="Calibri"/>
                <a:sym typeface="Calibri"/>
              </a:endParaRPr>
            </a:p>
          </p:txBody>
        </p:sp>
        <p:sp>
          <p:nvSpPr>
            <p:cNvPr id="276" name="Google Shape;276;p18"/>
            <p:cNvSpPr/>
            <p:nvPr/>
          </p:nvSpPr>
          <p:spPr>
            <a:xfrm>
              <a:off x="7086600" y="3407970"/>
              <a:ext cx="2286000" cy="426110"/>
            </a:xfrm>
            <a:prstGeom prst="leftArrow">
              <a:avLst>
                <a:gd fmla="val 74666" name="adj1"/>
                <a:gd fmla="val 50000" name="adj2"/>
              </a:avLst>
            </a:prstGeom>
            <a:solidFill>
              <a:schemeClr val="accent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Android, Native App</a:t>
              </a:r>
              <a:endParaRPr sz="1800">
                <a:solidFill>
                  <a:schemeClr val="lt1"/>
                </a:solidFill>
                <a:latin typeface="Calibri"/>
                <a:ea typeface="Calibri"/>
                <a:cs typeface="Calibri"/>
                <a:sym typeface="Calibri"/>
              </a:endParaRPr>
            </a:p>
          </p:txBody>
        </p:sp>
      </p:grpSp>
      <p:sp>
        <p:nvSpPr>
          <p:cNvPr id="277" name="Google Shape;277;p18"/>
          <p:cNvSpPr/>
          <p:nvPr/>
        </p:nvSpPr>
        <p:spPr>
          <a:xfrm>
            <a:off x="4476085" y="4871975"/>
            <a:ext cx="4267200" cy="434100"/>
          </a:xfrm>
          <a:prstGeom prst="rect">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12700" marR="0" rtl="0" algn="l">
              <a:lnSpc>
                <a:spcPct val="100000"/>
              </a:lnSpc>
              <a:spcBef>
                <a:spcPts val="0"/>
              </a:spcBef>
              <a:spcAft>
                <a:spcPts val="0"/>
              </a:spcAft>
              <a:buNone/>
            </a:pPr>
            <a:r>
              <a:rPr lang="en-US" sz="1800">
                <a:solidFill>
                  <a:srgbClr val="FFFFFF"/>
                </a:solidFill>
                <a:latin typeface="Times New Roman"/>
                <a:ea typeface="Times New Roman"/>
                <a:cs typeface="Times New Roman"/>
                <a:sym typeface="Times New Roman"/>
              </a:rPr>
              <a:t>FinalTerm 보고서.pptx</a:t>
            </a:r>
            <a:endParaRPr sz="1800">
              <a:solidFill>
                <a:schemeClr val="lt1"/>
              </a:solidFill>
              <a:latin typeface="Times New Roman"/>
              <a:ea typeface="Times New Roman"/>
              <a:cs typeface="Times New Roman"/>
              <a:sym typeface="Times New Roman"/>
            </a:endParaRPr>
          </a:p>
        </p:txBody>
      </p:sp>
      <p:cxnSp>
        <p:nvCxnSpPr>
          <p:cNvPr id="278" name="Google Shape;278;p18"/>
          <p:cNvCxnSpPr>
            <a:stCxn id="267" idx="3"/>
            <a:endCxn id="277" idx="1"/>
          </p:cNvCxnSpPr>
          <p:nvPr/>
        </p:nvCxnSpPr>
        <p:spPr>
          <a:xfrm>
            <a:off x="3871075" y="3155949"/>
            <a:ext cx="605100" cy="1933200"/>
          </a:xfrm>
          <a:prstGeom prst="bentConnector3">
            <a:avLst>
              <a:gd fmla="val 49993" name="adj1"/>
            </a:avLst>
          </a:prstGeom>
          <a:noFill/>
          <a:ln cap="flat" cmpd="sng" w="9525">
            <a:solidFill>
              <a:srgbClr val="4A7DBA"/>
            </a:solidFill>
            <a:prstDash val="solid"/>
            <a:round/>
            <a:headEnd len="sm" w="sm" type="none"/>
            <a:tailEnd len="sm" w="sm" type="none"/>
          </a:ln>
        </p:spPr>
      </p:cxnSp>
      <p:sp>
        <p:nvSpPr>
          <p:cNvPr id="279" name="Google Shape;279;p18"/>
          <p:cNvSpPr/>
          <p:nvPr/>
        </p:nvSpPr>
        <p:spPr>
          <a:xfrm>
            <a:off x="4480675" y="5481575"/>
            <a:ext cx="4267200" cy="434100"/>
          </a:xfrm>
          <a:prstGeom prst="rect">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12700" marR="0" rtl="0" algn="l">
              <a:spcBef>
                <a:spcPts val="0"/>
              </a:spcBef>
              <a:spcAft>
                <a:spcPts val="0"/>
              </a:spcAft>
              <a:buNone/>
            </a:pPr>
            <a:r>
              <a:rPr lang="en-US" sz="1800">
                <a:solidFill>
                  <a:srgbClr val="FFFFFF"/>
                </a:solidFill>
                <a:latin typeface="Times New Roman"/>
                <a:ea typeface="Times New Roman"/>
                <a:cs typeface="Times New Roman"/>
                <a:sym typeface="Times New Roman"/>
              </a:rPr>
              <a:t>url.txt (서비스 URL, 소스코드 git 주소) </a:t>
            </a:r>
            <a:endParaRPr sz="1800">
              <a:solidFill>
                <a:schemeClr val="lt1"/>
              </a:solidFill>
              <a:latin typeface="Times New Roman"/>
              <a:ea typeface="Times New Roman"/>
              <a:cs typeface="Times New Roman"/>
              <a:sym typeface="Times New Roman"/>
            </a:endParaRPr>
          </a:p>
        </p:txBody>
      </p:sp>
      <p:cxnSp>
        <p:nvCxnSpPr>
          <p:cNvPr id="280" name="Google Shape;280;p18"/>
          <p:cNvCxnSpPr>
            <a:stCxn id="267" idx="3"/>
            <a:endCxn id="279" idx="1"/>
          </p:cNvCxnSpPr>
          <p:nvPr/>
        </p:nvCxnSpPr>
        <p:spPr>
          <a:xfrm>
            <a:off x="3871075" y="3155949"/>
            <a:ext cx="609600" cy="2542800"/>
          </a:xfrm>
          <a:prstGeom prst="bentConnector3">
            <a:avLst>
              <a:gd fmla="val 50000" name="adj1"/>
            </a:avLst>
          </a:prstGeom>
          <a:noFill/>
          <a:ln cap="flat" cmpd="sng" w="9525">
            <a:solidFill>
              <a:srgbClr val="4A7DBA"/>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2020-06-08T19:34:44Z</dcterms:created>
  <dc:creator>안기옥</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2018-05-10T00:00:00Z</vt:filetime>
  </property>
  <property fmtid="{D5CDD505-2E9C-101B-9397-08002B2CF9AE}" pid="3" name="Creator">
    <vt:lpwstr>PowerPoint용 Acrobat PDFMaker 15</vt:lpwstr>
  </property>
  <property fmtid="{D5CDD505-2E9C-101B-9397-08002B2CF9AE}" pid="4" name="LastSaved">
    <vt:filetime>2020-06-08T00:00:00Z</vt:filetime>
  </property>
</Properties>
</file>